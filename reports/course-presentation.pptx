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3" r:id="rId3"/>
    <p:sldId id="259" r:id="rId4"/>
    <p:sldId id="258" r:id="rId5"/>
    <p:sldId id="262" r:id="rId6"/>
    <p:sldId id="276" r:id="rId7"/>
    <p:sldId id="269" r:id="rId8"/>
    <p:sldId id="265" r:id="rId9"/>
    <p:sldId id="292" r:id="rId10"/>
    <p:sldId id="260" r:id="rId11"/>
    <p:sldId id="296" r:id="rId12"/>
    <p:sldId id="299" r:id="rId13"/>
    <p:sldId id="268" r:id="rId14"/>
    <p:sldId id="264" r:id="rId15"/>
    <p:sldId id="289" r:id="rId16"/>
  </p:sldIdLst>
  <p:sldSz cx="9144000" cy="5143500" type="screen16x9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64B8"/>
    <a:srgbClr val="6E79E4"/>
    <a:srgbClr val="C1C9F2"/>
    <a:srgbClr val="FBB734"/>
    <a:srgbClr val="FFF2CC"/>
    <a:srgbClr val="002782"/>
    <a:srgbClr val="E8EFFF"/>
    <a:srgbClr val="F5DAF0"/>
    <a:srgbClr val="A4227F"/>
    <a:srgbClr val="A422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3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4"/>
          <p:cNvSpPr/>
          <p:nvPr/>
        </p:nvSpPr>
        <p:spPr>
          <a:xfrm>
            <a:off x="145691" y="1450276"/>
            <a:ext cx="8880475" cy="3488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9000"/>
              </a:lnSpc>
            </a:pPr>
            <a:r>
              <a:rPr sz="5300" kern="0" spc="-24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r>
              <a:rPr sz="53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FICIAL</a:t>
            </a:r>
            <a:r>
              <a:rPr sz="5300" kern="0" spc="1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</a:t>
            </a:r>
            <a:r>
              <a:rPr sz="53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</a:t>
            </a:r>
            <a:r>
              <a:rPr sz="5300" kern="0" spc="-20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5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149000"/>
              </a:lnSpc>
              <a:spcBef>
                <a:spcPts val="1590"/>
              </a:spcBef>
            </a:pPr>
            <a:r>
              <a:rPr sz="5300" kern="0" spc="-16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ARTIFICIAL</a:t>
            </a:r>
            <a:r>
              <a:rPr sz="5300" kern="0" spc="-79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300" u="sng" kern="0" spc="-160" dirty="0">
                <a:solidFill>
                  <a:srgbClr val="5C64B8">
                    <a:alpha val="100000"/>
                  </a:srgbClr>
                </a:solidFill>
                <a:uFill>
                  <a:solidFill>
                    <a:srgbClr val="191919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</a:t>
            </a:r>
            <a:r>
              <a:rPr sz="5300" u="sng" kern="0" spc="-170" dirty="0">
                <a:solidFill>
                  <a:srgbClr val="5C64B8">
                    <a:alpha val="100000"/>
                  </a:srgbClr>
                </a:solidFill>
                <a:uFill>
                  <a:solidFill>
                    <a:srgbClr val="191919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          (A</a:t>
            </a:r>
            <a:r>
              <a:rPr sz="5300" kern="0" spc="-17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I)</a:t>
            </a:r>
            <a:endParaRPr sz="5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8500"/>
              </a:lnSpc>
            </a:pP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r>
              <a:rPr sz="5100" kern="0" spc="-22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FICIAL INTELLIGENC</a:t>
            </a: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r>
              <a:rPr sz="5100" kern="0" spc="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</a:t>
            </a:r>
            <a:r>
              <a:rPr sz="5100" kern="0" spc="-19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5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704850" y="533400"/>
            <a:ext cx="7724775" cy="4076700"/>
          </a:xfrm>
          <a:prstGeom prst="rect">
            <a:avLst/>
          </a:prstGeom>
          <a:solidFill>
            <a:srgbClr val="E7E7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55265" indent="0" algn="l" rtl="0" eaLnBrk="0" fontAlgn="auto">
              <a:lnSpc>
                <a:spcPct val="100000"/>
              </a:lnSpc>
            </a:pPr>
            <a:r>
              <a:rPr lang="en-US" sz="3600" b="1" kern="0" spc="-160" dirty="0">
                <a:solidFill>
                  <a:srgbClr val="6E79E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AI</a:t>
            </a:r>
            <a:r>
              <a:rPr lang="zh-CN" sz="3600" b="1" kern="0" spc="-160" dirty="0">
                <a:solidFill>
                  <a:srgbClr val="6E79E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赋能下个人腿长与福州市辖区内出行便利度研究</a:t>
            </a:r>
            <a:endParaRPr sz="3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57805" algn="l" rtl="0" eaLnBrk="0">
              <a:lnSpc>
                <a:spcPct val="81000"/>
              </a:lnSpc>
              <a:spcBef>
                <a:spcPts val="900"/>
              </a:spcBef>
            </a:pPr>
            <a:r>
              <a:rPr lang="zh-CN" sz="2400" b="1" kern="0" spc="-50" dirty="0">
                <a:solidFill>
                  <a:schemeClr val="bg2">
                    <a:lumMod val="25000"/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Arial" panose="020B0604020202020204"/>
              </a:rPr>
              <a:t>开源爬虫与定制化交互式地图</a:t>
            </a:r>
            <a:endParaRPr sz="800" dirty="0">
              <a:solidFill>
                <a:schemeClr val="bg2">
                  <a:lumMod val="25000"/>
                </a:schemeClr>
              </a:solidFill>
              <a:latin typeface="等线" panose="02010600030101010101" charset="-122"/>
              <a:ea typeface="等线" panose="02010600030101010101" charset="-122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63520" algn="l" rtl="0" eaLnBrk="0">
              <a:lnSpc>
                <a:spcPts val="1855"/>
              </a:lnSpc>
              <a:spcBef>
                <a:spcPts val="0"/>
              </a:spcBef>
            </a:pPr>
            <a:r>
              <a:rPr lang="en-US" sz="1500" kern="0" spc="80" dirty="0">
                <a:solidFill>
                  <a:srgbClr val="3C3C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2025.12.23      </a:t>
            </a:r>
            <a:r>
              <a:rPr lang="zh-CN" altLang="en-US" sz="1500" kern="0" spc="80" dirty="0">
                <a:solidFill>
                  <a:srgbClr val="3C3C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邱煜</a:t>
            </a:r>
            <a:r>
              <a:rPr lang="en-US" altLang="zh-CN" sz="1500" kern="0" spc="80" dirty="0">
                <a:solidFill>
                  <a:srgbClr val="3C3C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kern="0" spc="80" dirty="0">
                <a:solidFill>
                  <a:srgbClr val="3C3C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林佳怡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419225"/>
            <a:ext cx="2971800" cy="3724273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 rot="21600000">
            <a:off x="2085975" y="819150"/>
            <a:ext cx="1266825" cy="1276350"/>
            <a:chOff x="0" y="0"/>
            <a:chExt cx="1266825" cy="1276350"/>
          </a:xfrm>
        </p:grpSpPr>
        <p:sp>
          <p:nvSpPr>
            <p:cNvPr id="10" name="path 10"/>
            <p:cNvSpPr/>
            <p:nvPr/>
          </p:nvSpPr>
          <p:spPr>
            <a:xfrm>
              <a:off x="0" y="0"/>
              <a:ext cx="1266825" cy="1276350"/>
            </a:xfrm>
            <a:custGeom>
              <a:avLst/>
              <a:gdLst/>
              <a:ahLst/>
              <a:cxnLst/>
              <a:rect l="0" t="0" r="0" b="0"/>
              <a:pathLst>
                <a:path w="1995" h="2010">
                  <a:moveTo>
                    <a:pt x="0" y="1005"/>
                  </a:moveTo>
                  <a:cubicBezTo>
                    <a:pt x="0" y="450"/>
                    <a:pt x="446" y="0"/>
                    <a:pt x="997" y="0"/>
                  </a:cubicBezTo>
                  <a:cubicBezTo>
                    <a:pt x="1548" y="0"/>
                    <a:pt x="1995" y="450"/>
                    <a:pt x="1995" y="1005"/>
                  </a:cubicBezTo>
                  <a:cubicBezTo>
                    <a:pt x="1995" y="1560"/>
                    <a:pt x="1548" y="2010"/>
                    <a:pt x="997" y="2010"/>
                  </a:cubicBezTo>
                  <a:cubicBezTo>
                    <a:pt x="446" y="2010"/>
                    <a:pt x="0" y="1560"/>
                    <a:pt x="0" y="1005"/>
                  </a:cubicBezTo>
                </a:path>
              </a:pathLst>
            </a:custGeom>
            <a:solidFill>
              <a:srgbClr val="6E79E4">
                <a:alpha val="36078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" name="textbox 12"/>
            <p:cNvSpPr/>
            <p:nvPr/>
          </p:nvSpPr>
          <p:spPr>
            <a:xfrm>
              <a:off x="-12700" y="-12700"/>
              <a:ext cx="1292225" cy="13017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22350" algn="l" rtl="0" eaLnBrk="0">
                <a:lnSpc>
                  <a:spcPct val="85000"/>
                </a:lnSpc>
              </a:pPr>
              <a:r>
                <a:rPr sz="1100" kern="0" spc="-10" dirty="0">
                  <a:solidFill>
                    <a:srgbClr val="191919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&lt;</a:t>
              </a: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4" name="textbox 14"/>
          <p:cNvSpPr/>
          <p:nvPr/>
        </p:nvSpPr>
        <p:spPr>
          <a:xfrm>
            <a:off x="145691" y="119443"/>
            <a:ext cx="8868409" cy="826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6305"/>
              </a:lnSpc>
            </a:pP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r>
              <a:rPr sz="5100" kern="0" spc="-22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FICIAL INTELLIGEN</a:t>
            </a: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</a:t>
            </a:r>
            <a:r>
              <a:rPr sz="5100" kern="0" spc="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</a:t>
            </a:r>
            <a:r>
              <a:rPr sz="5100" kern="0" spc="-19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5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3235325" y="1035050"/>
            <a:ext cx="406400" cy="16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kern="0" spc="3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1100" kern="0" spc="18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3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1100" kern="0" spc="18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3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2256252" y="3327104"/>
            <a:ext cx="5974080" cy="1042670"/>
            <a:chOff x="226189" y="-169841"/>
            <a:chExt cx="19144729" cy="3341207"/>
          </a:xfrm>
        </p:grpSpPr>
        <p:sp>
          <p:nvSpPr>
            <p:cNvPr id="304" name="path 304"/>
            <p:cNvSpPr/>
            <p:nvPr/>
          </p:nvSpPr>
          <p:spPr>
            <a:xfrm>
              <a:off x="13111438" y="-169841"/>
              <a:ext cx="6259480" cy="3341207"/>
            </a:xfrm>
            <a:custGeom>
              <a:avLst/>
              <a:gdLst/>
              <a:ahLst/>
              <a:cxnLst/>
              <a:rect l="0" t="0" r="0" b="0"/>
              <a:pathLst>
                <a:path w="7223" h="3854">
                  <a:moveTo>
                    <a:pt x="3960" y="413"/>
                  </a:moveTo>
                  <a:cubicBezTo>
                    <a:pt x="3965" y="413"/>
                    <a:pt x="3968" y="415"/>
                    <a:pt x="3969" y="421"/>
                  </a:cubicBezTo>
                  <a:cubicBezTo>
                    <a:pt x="3969" y="426"/>
                    <a:pt x="3967" y="429"/>
                    <a:pt x="3964" y="429"/>
                  </a:cubicBezTo>
                  <a:cubicBezTo>
                    <a:pt x="3963" y="429"/>
                    <a:pt x="3961" y="429"/>
                    <a:pt x="3960" y="428"/>
                  </a:cubicBezTo>
                  <a:cubicBezTo>
                    <a:pt x="3954" y="426"/>
                    <a:pt x="3950" y="423"/>
                    <a:pt x="3945" y="420"/>
                  </a:cubicBezTo>
                  <a:lnTo>
                    <a:pt x="3955" y="414"/>
                  </a:lnTo>
                  <a:cubicBezTo>
                    <a:pt x="3957" y="414"/>
                    <a:pt x="3958" y="413"/>
                    <a:pt x="3960" y="413"/>
                  </a:cubicBezTo>
                  <a:moveTo>
                    <a:pt x="3896" y="414"/>
                  </a:moveTo>
                  <a:cubicBezTo>
                    <a:pt x="3897" y="414"/>
                    <a:pt x="3897" y="414"/>
                    <a:pt x="3899" y="414"/>
                  </a:cubicBezTo>
                  <a:cubicBezTo>
                    <a:pt x="3905" y="416"/>
                    <a:pt x="3918" y="416"/>
                    <a:pt x="3916" y="429"/>
                  </a:cubicBezTo>
                  <a:cubicBezTo>
                    <a:pt x="3915" y="434"/>
                    <a:pt x="3919" y="444"/>
                    <a:pt x="3909" y="446"/>
                  </a:cubicBezTo>
                  <a:cubicBezTo>
                    <a:pt x="3899" y="442"/>
                    <a:pt x="3892" y="434"/>
                    <a:pt x="3891" y="424"/>
                  </a:cubicBezTo>
                  <a:cubicBezTo>
                    <a:pt x="3891" y="419"/>
                    <a:pt x="3891" y="414"/>
                    <a:pt x="3896" y="414"/>
                  </a:cubicBezTo>
                  <a:moveTo>
                    <a:pt x="3673" y="425"/>
                  </a:moveTo>
                  <a:cubicBezTo>
                    <a:pt x="3676" y="425"/>
                    <a:pt x="3680" y="430"/>
                    <a:pt x="3685" y="434"/>
                  </a:cubicBezTo>
                  <a:cubicBezTo>
                    <a:pt x="3678" y="440"/>
                    <a:pt x="3671" y="446"/>
                    <a:pt x="3664" y="452"/>
                  </a:cubicBezTo>
                  <a:cubicBezTo>
                    <a:pt x="3607" y="486"/>
                    <a:pt x="3606" y="535"/>
                    <a:pt x="3661" y="570"/>
                  </a:cubicBezTo>
                  <a:cubicBezTo>
                    <a:pt x="3669" y="575"/>
                    <a:pt x="3675" y="579"/>
                    <a:pt x="3673" y="590"/>
                  </a:cubicBezTo>
                  <a:cubicBezTo>
                    <a:pt x="3672" y="602"/>
                    <a:pt x="3668" y="603"/>
                    <a:pt x="3658" y="607"/>
                  </a:cubicBezTo>
                  <a:cubicBezTo>
                    <a:pt x="3633" y="616"/>
                    <a:pt x="3627" y="638"/>
                    <a:pt x="3628" y="662"/>
                  </a:cubicBezTo>
                  <a:cubicBezTo>
                    <a:pt x="3630" y="681"/>
                    <a:pt x="3626" y="693"/>
                    <a:pt x="3614" y="693"/>
                  </a:cubicBezTo>
                  <a:cubicBezTo>
                    <a:pt x="3609" y="693"/>
                    <a:pt x="3603" y="691"/>
                    <a:pt x="3595" y="686"/>
                  </a:cubicBezTo>
                  <a:cubicBezTo>
                    <a:pt x="3591" y="684"/>
                    <a:pt x="3587" y="683"/>
                    <a:pt x="3583" y="683"/>
                  </a:cubicBezTo>
                  <a:cubicBezTo>
                    <a:pt x="3578" y="683"/>
                    <a:pt x="3574" y="684"/>
                    <a:pt x="3570" y="686"/>
                  </a:cubicBezTo>
                  <a:cubicBezTo>
                    <a:pt x="3546" y="698"/>
                    <a:pt x="3520" y="705"/>
                    <a:pt x="3494" y="705"/>
                  </a:cubicBezTo>
                  <a:cubicBezTo>
                    <a:pt x="3486" y="705"/>
                    <a:pt x="3479" y="704"/>
                    <a:pt x="3471" y="703"/>
                  </a:cubicBezTo>
                  <a:cubicBezTo>
                    <a:pt x="3465" y="702"/>
                    <a:pt x="3461" y="704"/>
                    <a:pt x="3463" y="696"/>
                  </a:cubicBezTo>
                  <a:lnTo>
                    <a:pt x="3463" y="696"/>
                  </a:lnTo>
                  <a:lnTo>
                    <a:pt x="3463" y="696"/>
                  </a:lnTo>
                  <a:cubicBezTo>
                    <a:pt x="3465" y="689"/>
                    <a:pt x="3467" y="686"/>
                    <a:pt x="3477" y="685"/>
                  </a:cubicBezTo>
                  <a:cubicBezTo>
                    <a:pt x="3505" y="681"/>
                    <a:pt x="3539" y="676"/>
                    <a:pt x="3552" y="648"/>
                  </a:cubicBezTo>
                  <a:cubicBezTo>
                    <a:pt x="3564" y="622"/>
                    <a:pt x="3565" y="593"/>
                    <a:pt x="3592" y="575"/>
                  </a:cubicBezTo>
                  <a:cubicBezTo>
                    <a:pt x="3600" y="568"/>
                    <a:pt x="3593" y="559"/>
                    <a:pt x="3585" y="553"/>
                  </a:cubicBezTo>
                  <a:cubicBezTo>
                    <a:pt x="3549" y="523"/>
                    <a:pt x="3566" y="502"/>
                    <a:pt x="3596" y="483"/>
                  </a:cubicBezTo>
                  <a:cubicBezTo>
                    <a:pt x="3615" y="472"/>
                    <a:pt x="3637" y="464"/>
                    <a:pt x="3644" y="439"/>
                  </a:cubicBezTo>
                  <a:cubicBezTo>
                    <a:pt x="3648" y="426"/>
                    <a:pt x="3662" y="426"/>
                    <a:pt x="3673" y="425"/>
                  </a:cubicBezTo>
                  <a:moveTo>
                    <a:pt x="3891" y="943"/>
                  </a:moveTo>
                  <a:cubicBezTo>
                    <a:pt x="3902" y="943"/>
                    <a:pt x="3914" y="953"/>
                    <a:pt x="3919" y="968"/>
                  </a:cubicBezTo>
                  <a:cubicBezTo>
                    <a:pt x="3923" y="985"/>
                    <a:pt x="3931" y="997"/>
                    <a:pt x="3945" y="997"/>
                  </a:cubicBezTo>
                  <a:cubicBezTo>
                    <a:pt x="3949" y="997"/>
                    <a:pt x="3953" y="996"/>
                    <a:pt x="3958" y="994"/>
                  </a:cubicBezTo>
                  <a:cubicBezTo>
                    <a:pt x="3974" y="986"/>
                    <a:pt x="3990" y="982"/>
                    <a:pt x="4004" y="982"/>
                  </a:cubicBezTo>
                  <a:cubicBezTo>
                    <a:pt x="4035" y="982"/>
                    <a:pt x="4062" y="998"/>
                    <a:pt x="4089" y="1019"/>
                  </a:cubicBezTo>
                  <a:cubicBezTo>
                    <a:pt x="4093" y="1022"/>
                    <a:pt x="4098" y="1027"/>
                    <a:pt x="4102" y="1032"/>
                  </a:cubicBezTo>
                  <a:cubicBezTo>
                    <a:pt x="4112" y="1043"/>
                    <a:pt x="4140" y="1044"/>
                    <a:pt x="4131" y="1065"/>
                  </a:cubicBezTo>
                  <a:lnTo>
                    <a:pt x="4131" y="1066"/>
                  </a:lnTo>
                  <a:cubicBezTo>
                    <a:pt x="4127" y="1076"/>
                    <a:pt x="4117" y="1078"/>
                    <a:pt x="4106" y="1078"/>
                  </a:cubicBezTo>
                  <a:cubicBezTo>
                    <a:pt x="4101" y="1078"/>
                    <a:pt x="4096" y="1077"/>
                    <a:pt x="4091" y="1077"/>
                  </a:cubicBezTo>
                  <a:cubicBezTo>
                    <a:pt x="4088" y="1077"/>
                    <a:pt x="4086" y="1077"/>
                    <a:pt x="4083" y="1078"/>
                  </a:cubicBezTo>
                  <a:cubicBezTo>
                    <a:pt x="4080" y="1078"/>
                    <a:pt x="4076" y="1078"/>
                    <a:pt x="4073" y="1078"/>
                  </a:cubicBezTo>
                  <a:cubicBezTo>
                    <a:pt x="4055" y="1078"/>
                    <a:pt x="4037" y="1074"/>
                    <a:pt x="4022" y="1065"/>
                  </a:cubicBezTo>
                  <a:cubicBezTo>
                    <a:pt x="4005" y="1056"/>
                    <a:pt x="3989" y="1052"/>
                    <a:pt x="3973" y="1052"/>
                  </a:cubicBezTo>
                  <a:cubicBezTo>
                    <a:pt x="3943" y="1052"/>
                    <a:pt x="3914" y="1062"/>
                    <a:pt x="3885" y="1062"/>
                  </a:cubicBezTo>
                  <a:cubicBezTo>
                    <a:pt x="3879" y="1062"/>
                    <a:pt x="3872" y="1062"/>
                    <a:pt x="3866" y="1061"/>
                  </a:cubicBezTo>
                  <a:cubicBezTo>
                    <a:pt x="3843" y="1057"/>
                    <a:pt x="3834" y="1045"/>
                    <a:pt x="3837" y="1023"/>
                  </a:cubicBezTo>
                  <a:cubicBezTo>
                    <a:pt x="3842" y="994"/>
                    <a:pt x="3859" y="969"/>
                    <a:pt x="3878" y="949"/>
                  </a:cubicBezTo>
                  <a:cubicBezTo>
                    <a:pt x="3881" y="945"/>
                    <a:pt x="3886" y="943"/>
                    <a:pt x="3891" y="943"/>
                  </a:cubicBezTo>
                  <a:moveTo>
                    <a:pt x="4339" y="925"/>
                  </a:moveTo>
                  <a:cubicBezTo>
                    <a:pt x="4347" y="925"/>
                    <a:pt x="4355" y="927"/>
                    <a:pt x="4364" y="931"/>
                  </a:cubicBezTo>
                  <a:cubicBezTo>
                    <a:pt x="4372" y="935"/>
                    <a:pt x="4374" y="947"/>
                    <a:pt x="4366" y="953"/>
                  </a:cubicBezTo>
                  <a:cubicBezTo>
                    <a:pt x="4327" y="993"/>
                    <a:pt x="4330" y="1019"/>
                    <a:pt x="4373" y="1057"/>
                  </a:cubicBezTo>
                  <a:cubicBezTo>
                    <a:pt x="4407" y="1088"/>
                    <a:pt x="4420" y="1131"/>
                    <a:pt x="4431" y="1174"/>
                  </a:cubicBezTo>
                  <a:cubicBezTo>
                    <a:pt x="4435" y="1188"/>
                    <a:pt x="4427" y="1193"/>
                    <a:pt x="4412" y="1193"/>
                  </a:cubicBezTo>
                  <a:cubicBezTo>
                    <a:pt x="4409" y="1193"/>
                    <a:pt x="4407" y="1193"/>
                    <a:pt x="4405" y="1193"/>
                  </a:cubicBezTo>
                  <a:cubicBezTo>
                    <a:pt x="4388" y="1170"/>
                    <a:pt x="4332" y="1189"/>
                    <a:pt x="4339" y="1121"/>
                  </a:cubicBezTo>
                  <a:lnTo>
                    <a:pt x="4339" y="1121"/>
                  </a:lnTo>
                  <a:lnTo>
                    <a:pt x="4339" y="1122"/>
                  </a:lnTo>
                  <a:cubicBezTo>
                    <a:pt x="4342" y="1090"/>
                    <a:pt x="4303" y="1049"/>
                    <a:pt x="4276" y="1018"/>
                  </a:cubicBezTo>
                  <a:cubicBezTo>
                    <a:pt x="4256" y="994"/>
                    <a:pt x="4259" y="973"/>
                    <a:pt x="4276" y="958"/>
                  </a:cubicBezTo>
                  <a:cubicBezTo>
                    <a:pt x="4294" y="942"/>
                    <a:pt x="4314" y="925"/>
                    <a:pt x="4339" y="925"/>
                  </a:cubicBezTo>
                  <a:moveTo>
                    <a:pt x="3485" y="978"/>
                  </a:moveTo>
                  <a:cubicBezTo>
                    <a:pt x="3489" y="978"/>
                    <a:pt x="3494" y="982"/>
                    <a:pt x="3495" y="985"/>
                  </a:cubicBezTo>
                  <a:cubicBezTo>
                    <a:pt x="3516" y="1020"/>
                    <a:pt x="3558" y="1023"/>
                    <a:pt x="3586" y="1048"/>
                  </a:cubicBezTo>
                  <a:cubicBezTo>
                    <a:pt x="3624" y="1080"/>
                    <a:pt x="3626" y="1126"/>
                    <a:pt x="3649" y="1163"/>
                  </a:cubicBezTo>
                  <a:cubicBezTo>
                    <a:pt x="3656" y="1175"/>
                    <a:pt x="3658" y="1193"/>
                    <a:pt x="3668" y="1200"/>
                  </a:cubicBezTo>
                  <a:cubicBezTo>
                    <a:pt x="3679" y="1208"/>
                    <a:pt x="3696" y="1224"/>
                    <a:pt x="3708" y="1224"/>
                  </a:cubicBezTo>
                  <a:cubicBezTo>
                    <a:pt x="3713" y="1224"/>
                    <a:pt x="3716" y="1222"/>
                    <a:pt x="3719" y="1217"/>
                  </a:cubicBezTo>
                  <a:cubicBezTo>
                    <a:pt x="3728" y="1200"/>
                    <a:pt x="3751" y="1175"/>
                    <a:pt x="3733" y="1147"/>
                  </a:cubicBezTo>
                  <a:cubicBezTo>
                    <a:pt x="3727" y="1138"/>
                    <a:pt x="3710" y="1123"/>
                    <a:pt x="3727" y="1115"/>
                  </a:cubicBezTo>
                  <a:cubicBezTo>
                    <a:pt x="3735" y="1112"/>
                    <a:pt x="3745" y="1100"/>
                    <a:pt x="3756" y="1100"/>
                  </a:cubicBezTo>
                  <a:cubicBezTo>
                    <a:pt x="3764" y="1100"/>
                    <a:pt x="3771" y="1106"/>
                    <a:pt x="3777" y="1127"/>
                  </a:cubicBezTo>
                  <a:cubicBezTo>
                    <a:pt x="3790" y="1173"/>
                    <a:pt x="3814" y="1227"/>
                    <a:pt x="3872" y="1227"/>
                  </a:cubicBezTo>
                  <a:cubicBezTo>
                    <a:pt x="3875" y="1227"/>
                    <a:pt x="3878" y="1226"/>
                    <a:pt x="3881" y="1226"/>
                  </a:cubicBezTo>
                  <a:cubicBezTo>
                    <a:pt x="3883" y="1226"/>
                    <a:pt x="3885" y="1226"/>
                    <a:pt x="3887" y="1226"/>
                  </a:cubicBezTo>
                  <a:cubicBezTo>
                    <a:pt x="3911" y="1226"/>
                    <a:pt x="3935" y="1239"/>
                    <a:pt x="3959" y="1239"/>
                  </a:cubicBezTo>
                  <a:cubicBezTo>
                    <a:pt x="3971" y="1239"/>
                    <a:pt x="3983" y="1236"/>
                    <a:pt x="3995" y="1227"/>
                  </a:cubicBezTo>
                  <a:cubicBezTo>
                    <a:pt x="4000" y="1223"/>
                    <a:pt x="4003" y="1222"/>
                    <a:pt x="4006" y="1222"/>
                  </a:cubicBezTo>
                  <a:cubicBezTo>
                    <a:pt x="4013" y="1222"/>
                    <a:pt x="4010" y="1237"/>
                    <a:pt x="4011" y="1245"/>
                  </a:cubicBezTo>
                  <a:cubicBezTo>
                    <a:pt x="4018" y="1281"/>
                    <a:pt x="3993" y="1310"/>
                    <a:pt x="3987" y="1343"/>
                  </a:cubicBezTo>
                  <a:cubicBezTo>
                    <a:pt x="3987" y="1348"/>
                    <a:pt x="3978" y="1356"/>
                    <a:pt x="3973" y="1356"/>
                  </a:cubicBezTo>
                  <a:cubicBezTo>
                    <a:pt x="3973" y="1356"/>
                    <a:pt x="3973" y="1356"/>
                    <a:pt x="3973" y="1356"/>
                  </a:cubicBezTo>
                  <a:cubicBezTo>
                    <a:pt x="3960" y="1354"/>
                    <a:pt x="3947" y="1354"/>
                    <a:pt x="3934" y="1354"/>
                  </a:cubicBezTo>
                  <a:cubicBezTo>
                    <a:pt x="3910" y="1354"/>
                    <a:pt x="3885" y="1355"/>
                    <a:pt x="3861" y="1355"/>
                  </a:cubicBezTo>
                  <a:cubicBezTo>
                    <a:pt x="3815" y="1355"/>
                    <a:pt x="3770" y="1350"/>
                    <a:pt x="3728" y="1318"/>
                  </a:cubicBezTo>
                  <a:cubicBezTo>
                    <a:pt x="3720" y="1312"/>
                    <a:pt x="3711" y="1310"/>
                    <a:pt x="3702" y="1310"/>
                  </a:cubicBezTo>
                  <a:cubicBezTo>
                    <a:pt x="3675" y="1310"/>
                    <a:pt x="3647" y="1331"/>
                    <a:pt x="3644" y="1359"/>
                  </a:cubicBezTo>
                  <a:cubicBezTo>
                    <a:pt x="3643" y="1368"/>
                    <a:pt x="3639" y="1380"/>
                    <a:pt x="3632" y="1380"/>
                  </a:cubicBezTo>
                  <a:cubicBezTo>
                    <a:pt x="3630" y="1380"/>
                    <a:pt x="3629" y="1380"/>
                    <a:pt x="3627" y="1378"/>
                  </a:cubicBezTo>
                  <a:cubicBezTo>
                    <a:pt x="3603" y="1359"/>
                    <a:pt x="3569" y="1364"/>
                    <a:pt x="3547" y="1338"/>
                  </a:cubicBezTo>
                  <a:cubicBezTo>
                    <a:pt x="3526" y="1315"/>
                    <a:pt x="3490" y="1314"/>
                    <a:pt x="3459" y="1307"/>
                  </a:cubicBezTo>
                  <a:cubicBezTo>
                    <a:pt x="3440" y="1303"/>
                    <a:pt x="3412" y="1305"/>
                    <a:pt x="3431" y="1268"/>
                  </a:cubicBezTo>
                  <a:cubicBezTo>
                    <a:pt x="3442" y="1248"/>
                    <a:pt x="3443" y="1218"/>
                    <a:pt x="3430" y="1200"/>
                  </a:cubicBezTo>
                  <a:cubicBezTo>
                    <a:pt x="3423" y="1190"/>
                    <a:pt x="3413" y="1186"/>
                    <a:pt x="3402" y="1186"/>
                  </a:cubicBezTo>
                  <a:cubicBezTo>
                    <a:pt x="3392" y="1186"/>
                    <a:pt x="3382" y="1189"/>
                    <a:pt x="3371" y="1191"/>
                  </a:cubicBezTo>
                  <a:cubicBezTo>
                    <a:pt x="3354" y="1196"/>
                    <a:pt x="3337" y="1196"/>
                    <a:pt x="3319" y="1196"/>
                  </a:cubicBezTo>
                  <a:cubicBezTo>
                    <a:pt x="3305" y="1196"/>
                    <a:pt x="3291" y="1196"/>
                    <a:pt x="3277" y="1196"/>
                  </a:cubicBezTo>
                  <a:cubicBezTo>
                    <a:pt x="3258" y="1196"/>
                    <a:pt x="3240" y="1197"/>
                    <a:pt x="3222" y="1202"/>
                  </a:cubicBezTo>
                  <a:cubicBezTo>
                    <a:pt x="3197" y="1208"/>
                    <a:pt x="3173" y="1215"/>
                    <a:pt x="3154" y="1228"/>
                  </a:cubicBezTo>
                  <a:cubicBezTo>
                    <a:pt x="3142" y="1236"/>
                    <a:pt x="3130" y="1238"/>
                    <a:pt x="3118" y="1238"/>
                  </a:cubicBezTo>
                  <a:cubicBezTo>
                    <a:pt x="3103" y="1238"/>
                    <a:pt x="3087" y="1235"/>
                    <a:pt x="3072" y="1235"/>
                  </a:cubicBezTo>
                  <a:cubicBezTo>
                    <a:pt x="3071" y="1235"/>
                    <a:pt x="3070" y="1235"/>
                    <a:pt x="3070" y="1235"/>
                  </a:cubicBezTo>
                  <a:cubicBezTo>
                    <a:pt x="3067" y="1234"/>
                    <a:pt x="3064" y="1233"/>
                    <a:pt x="3062" y="1230"/>
                  </a:cubicBezTo>
                  <a:cubicBezTo>
                    <a:pt x="3065" y="1223"/>
                    <a:pt x="3072" y="1221"/>
                    <a:pt x="3078" y="1221"/>
                  </a:cubicBezTo>
                  <a:cubicBezTo>
                    <a:pt x="3079" y="1221"/>
                    <a:pt x="3081" y="1221"/>
                    <a:pt x="3082" y="1222"/>
                  </a:cubicBezTo>
                  <a:cubicBezTo>
                    <a:pt x="3085" y="1222"/>
                    <a:pt x="3088" y="1222"/>
                    <a:pt x="3091" y="1222"/>
                  </a:cubicBezTo>
                  <a:cubicBezTo>
                    <a:pt x="3133" y="1222"/>
                    <a:pt x="3164" y="1197"/>
                    <a:pt x="3175" y="1162"/>
                  </a:cubicBezTo>
                  <a:cubicBezTo>
                    <a:pt x="3189" y="1116"/>
                    <a:pt x="3236" y="1100"/>
                    <a:pt x="3253" y="1070"/>
                  </a:cubicBezTo>
                  <a:cubicBezTo>
                    <a:pt x="3270" y="1038"/>
                    <a:pt x="3285" y="1030"/>
                    <a:pt x="3305" y="1030"/>
                  </a:cubicBezTo>
                  <a:cubicBezTo>
                    <a:pt x="3314" y="1030"/>
                    <a:pt x="3323" y="1032"/>
                    <a:pt x="3333" y="1033"/>
                  </a:cubicBezTo>
                  <a:cubicBezTo>
                    <a:pt x="3333" y="1033"/>
                    <a:pt x="3334" y="1033"/>
                    <a:pt x="3334" y="1033"/>
                  </a:cubicBezTo>
                  <a:cubicBezTo>
                    <a:pt x="3343" y="1033"/>
                    <a:pt x="3354" y="1024"/>
                    <a:pt x="3363" y="1017"/>
                  </a:cubicBezTo>
                  <a:cubicBezTo>
                    <a:pt x="3373" y="1010"/>
                    <a:pt x="3381" y="1006"/>
                    <a:pt x="3388" y="1006"/>
                  </a:cubicBezTo>
                  <a:cubicBezTo>
                    <a:pt x="3398" y="1006"/>
                    <a:pt x="3405" y="1015"/>
                    <a:pt x="3413" y="1035"/>
                  </a:cubicBezTo>
                  <a:cubicBezTo>
                    <a:pt x="3425" y="1066"/>
                    <a:pt x="3461" y="1082"/>
                    <a:pt x="3491" y="1096"/>
                  </a:cubicBezTo>
                  <a:cubicBezTo>
                    <a:pt x="3511" y="1106"/>
                    <a:pt x="3536" y="1114"/>
                    <a:pt x="3535" y="1136"/>
                  </a:cubicBezTo>
                  <a:cubicBezTo>
                    <a:pt x="3533" y="1162"/>
                    <a:pt x="3505" y="1156"/>
                    <a:pt x="3485" y="1158"/>
                  </a:cubicBezTo>
                  <a:cubicBezTo>
                    <a:pt x="3475" y="1159"/>
                    <a:pt x="3462" y="1158"/>
                    <a:pt x="3459" y="1171"/>
                  </a:cubicBezTo>
                  <a:cubicBezTo>
                    <a:pt x="3456" y="1185"/>
                    <a:pt x="3468" y="1189"/>
                    <a:pt x="3477" y="1194"/>
                  </a:cubicBezTo>
                  <a:cubicBezTo>
                    <a:pt x="3490" y="1202"/>
                    <a:pt x="3505" y="1217"/>
                    <a:pt x="3518" y="1217"/>
                  </a:cubicBezTo>
                  <a:cubicBezTo>
                    <a:pt x="3522" y="1217"/>
                    <a:pt x="3526" y="1215"/>
                    <a:pt x="3530" y="1212"/>
                  </a:cubicBezTo>
                  <a:cubicBezTo>
                    <a:pt x="3552" y="1192"/>
                    <a:pt x="3566" y="1163"/>
                    <a:pt x="3581" y="1136"/>
                  </a:cubicBezTo>
                  <a:cubicBezTo>
                    <a:pt x="3583" y="1133"/>
                    <a:pt x="3576" y="1126"/>
                    <a:pt x="3583" y="1126"/>
                  </a:cubicBezTo>
                  <a:cubicBezTo>
                    <a:pt x="3585" y="1126"/>
                    <a:pt x="3586" y="1126"/>
                    <a:pt x="3589" y="1126"/>
                  </a:cubicBezTo>
                  <a:cubicBezTo>
                    <a:pt x="3591" y="1127"/>
                    <a:pt x="3593" y="1127"/>
                    <a:pt x="3594" y="1127"/>
                  </a:cubicBezTo>
                  <a:cubicBezTo>
                    <a:pt x="3608" y="1127"/>
                    <a:pt x="3608" y="1113"/>
                    <a:pt x="3602" y="1105"/>
                  </a:cubicBezTo>
                  <a:cubicBezTo>
                    <a:pt x="3589" y="1087"/>
                    <a:pt x="3582" y="1058"/>
                    <a:pt x="3557" y="1054"/>
                  </a:cubicBezTo>
                  <a:cubicBezTo>
                    <a:pt x="3524" y="1047"/>
                    <a:pt x="3508" y="1022"/>
                    <a:pt x="3486" y="1002"/>
                  </a:cubicBezTo>
                  <a:cubicBezTo>
                    <a:pt x="3479" y="996"/>
                    <a:pt x="3474" y="989"/>
                    <a:pt x="3480" y="982"/>
                  </a:cubicBezTo>
                  <a:cubicBezTo>
                    <a:pt x="3481" y="979"/>
                    <a:pt x="3483" y="978"/>
                    <a:pt x="3485" y="978"/>
                  </a:cubicBezTo>
                  <a:moveTo>
                    <a:pt x="4371" y="1411"/>
                  </a:moveTo>
                  <a:cubicBezTo>
                    <a:pt x="4379" y="1411"/>
                    <a:pt x="4385" y="1417"/>
                    <a:pt x="4390" y="1425"/>
                  </a:cubicBezTo>
                  <a:cubicBezTo>
                    <a:pt x="4416" y="1468"/>
                    <a:pt x="4445" y="1506"/>
                    <a:pt x="4494" y="1506"/>
                  </a:cubicBezTo>
                  <a:cubicBezTo>
                    <a:pt x="4506" y="1506"/>
                    <a:pt x="4519" y="1504"/>
                    <a:pt x="4533" y="1499"/>
                  </a:cubicBezTo>
                  <a:cubicBezTo>
                    <a:pt x="4533" y="1499"/>
                    <a:pt x="4534" y="1498"/>
                    <a:pt x="4535" y="1498"/>
                  </a:cubicBezTo>
                  <a:cubicBezTo>
                    <a:pt x="4539" y="1498"/>
                    <a:pt x="4544" y="1502"/>
                    <a:pt x="4549" y="1504"/>
                  </a:cubicBezTo>
                  <a:cubicBezTo>
                    <a:pt x="4544" y="1506"/>
                    <a:pt x="4540" y="1509"/>
                    <a:pt x="4536" y="1512"/>
                  </a:cubicBezTo>
                  <a:lnTo>
                    <a:pt x="4536" y="1513"/>
                  </a:lnTo>
                  <a:cubicBezTo>
                    <a:pt x="4518" y="1537"/>
                    <a:pt x="4502" y="1563"/>
                    <a:pt x="4467" y="1563"/>
                  </a:cubicBezTo>
                  <a:cubicBezTo>
                    <a:pt x="4465" y="1563"/>
                    <a:pt x="4463" y="1563"/>
                    <a:pt x="4461" y="1563"/>
                  </a:cubicBezTo>
                  <a:cubicBezTo>
                    <a:pt x="4456" y="1561"/>
                    <a:pt x="4447" y="1560"/>
                    <a:pt x="4447" y="1557"/>
                  </a:cubicBezTo>
                  <a:cubicBezTo>
                    <a:pt x="4442" y="1501"/>
                    <a:pt x="4382" y="1485"/>
                    <a:pt x="4364" y="1438"/>
                  </a:cubicBezTo>
                  <a:cubicBezTo>
                    <a:pt x="4360" y="1430"/>
                    <a:pt x="4349" y="1418"/>
                    <a:pt x="4365" y="1412"/>
                  </a:cubicBezTo>
                  <a:cubicBezTo>
                    <a:pt x="4367" y="1411"/>
                    <a:pt x="4369" y="1411"/>
                    <a:pt x="4371" y="1411"/>
                  </a:cubicBezTo>
                  <a:moveTo>
                    <a:pt x="3984" y="1463"/>
                  </a:moveTo>
                  <a:lnTo>
                    <a:pt x="3984" y="1463"/>
                  </a:lnTo>
                  <a:cubicBezTo>
                    <a:pt x="3997" y="1467"/>
                    <a:pt x="4019" y="1469"/>
                    <a:pt x="4022" y="1477"/>
                  </a:cubicBezTo>
                  <a:cubicBezTo>
                    <a:pt x="4049" y="1542"/>
                    <a:pt x="4116" y="1583"/>
                    <a:pt x="4126" y="1657"/>
                  </a:cubicBezTo>
                  <a:cubicBezTo>
                    <a:pt x="4130" y="1683"/>
                    <a:pt x="4157" y="1692"/>
                    <a:pt x="4170" y="1712"/>
                  </a:cubicBezTo>
                  <a:cubicBezTo>
                    <a:pt x="4206" y="1764"/>
                    <a:pt x="4227" y="1822"/>
                    <a:pt x="4243" y="1882"/>
                  </a:cubicBezTo>
                  <a:cubicBezTo>
                    <a:pt x="4187" y="1840"/>
                    <a:pt x="4139" y="1790"/>
                    <a:pt x="4106" y="1726"/>
                  </a:cubicBezTo>
                  <a:cubicBezTo>
                    <a:pt x="4103" y="1719"/>
                    <a:pt x="4098" y="1713"/>
                    <a:pt x="4098" y="1706"/>
                  </a:cubicBezTo>
                  <a:cubicBezTo>
                    <a:pt x="4098" y="1620"/>
                    <a:pt x="4026" y="1565"/>
                    <a:pt x="4002" y="1488"/>
                  </a:cubicBezTo>
                  <a:cubicBezTo>
                    <a:pt x="3999" y="1479"/>
                    <a:pt x="3990" y="1472"/>
                    <a:pt x="3984" y="1463"/>
                  </a:cubicBezTo>
                  <a:moveTo>
                    <a:pt x="4930" y="135"/>
                  </a:moveTo>
                  <a:cubicBezTo>
                    <a:pt x="4905" y="135"/>
                    <a:pt x="4873" y="160"/>
                    <a:pt x="4841" y="163"/>
                  </a:cubicBezTo>
                  <a:cubicBezTo>
                    <a:pt x="4824" y="164"/>
                    <a:pt x="4807" y="173"/>
                    <a:pt x="4790" y="173"/>
                  </a:cubicBezTo>
                  <a:cubicBezTo>
                    <a:pt x="4789" y="173"/>
                    <a:pt x="4788" y="173"/>
                    <a:pt x="4787" y="173"/>
                  </a:cubicBezTo>
                  <a:cubicBezTo>
                    <a:pt x="4786" y="173"/>
                    <a:pt x="4785" y="173"/>
                    <a:pt x="4784" y="173"/>
                  </a:cubicBezTo>
                  <a:cubicBezTo>
                    <a:pt x="4738" y="173"/>
                    <a:pt x="4709" y="220"/>
                    <a:pt x="4664" y="220"/>
                  </a:cubicBezTo>
                  <a:cubicBezTo>
                    <a:pt x="4661" y="220"/>
                    <a:pt x="4659" y="220"/>
                    <a:pt x="4656" y="219"/>
                  </a:cubicBezTo>
                  <a:cubicBezTo>
                    <a:pt x="4653" y="219"/>
                    <a:pt x="4651" y="219"/>
                    <a:pt x="4649" y="219"/>
                  </a:cubicBezTo>
                  <a:cubicBezTo>
                    <a:pt x="4639" y="219"/>
                    <a:pt x="4631" y="223"/>
                    <a:pt x="4626" y="237"/>
                  </a:cubicBezTo>
                  <a:cubicBezTo>
                    <a:pt x="4624" y="247"/>
                    <a:pt x="4606" y="260"/>
                    <a:pt x="4596" y="260"/>
                  </a:cubicBezTo>
                  <a:cubicBezTo>
                    <a:pt x="4595" y="260"/>
                    <a:pt x="4594" y="260"/>
                    <a:pt x="4594" y="260"/>
                  </a:cubicBezTo>
                  <a:cubicBezTo>
                    <a:pt x="4575" y="253"/>
                    <a:pt x="4561" y="250"/>
                    <a:pt x="4552" y="250"/>
                  </a:cubicBezTo>
                  <a:cubicBezTo>
                    <a:pt x="4531" y="250"/>
                    <a:pt x="4537" y="267"/>
                    <a:pt x="4565" y="302"/>
                  </a:cubicBezTo>
                  <a:cubicBezTo>
                    <a:pt x="4567" y="303"/>
                    <a:pt x="4564" y="308"/>
                    <a:pt x="4564" y="311"/>
                  </a:cubicBezTo>
                  <a:cubicBezTo>
                    <a:pt x="4562" y="310"/>
                    <a:pt x="4559" y="310"/>
                    <a:pt x="4558" y="308"/>
                  </a:cubicBezTo>
                  <a:cubicBezTo>
                    <a:pt x="4549" y="295"/>
                    <a:pt x="4535" y="284"/>
                    <a:pt x="4532" y="269"/>
                  </a:cubicBezTo>
                  <a:cubicBezTo>
                    <a:pt x="4528" y="249"/>
                    <a:pt x="4526" y="231"/>
                    <a:pt x="4502" y="227"/>
                  </a:cubicBezTo>
                  <a:cubicBezTo>
                    <a:pt x="4497" y="226"/>
                    <a:pt x="4493" y="225"/>
                    <a:pt x="4490" y="225"/>
                  </a:cubicBezTo>
                  <a:cubicBezTo>
                    <a:pt x="4460" y="225"/>
                    <a:pt x="4448" y="251"/>
                    <a:pt x="4434" y="274"/>
                  </a:cubicBezTo>
                  <a:cubicBezTo>
                    <a:pt x="4422" y="291"/>
                    <a:pt x="4435" y="299"/>
                    <a:pt x="4444" y="309"/>
                  </a:cubicBezTo>
                  <a:cubicBezTo>
                    <a:pt x="4446" y="311"/>
                    <a:pt x="4447" y="313"/>
                    <a:pt x="4449" y="315"/>
                  </a:cubicBezTo>
                  <a:cubicBezTo>
                    <a:pt x="4446" y="316"/>
                    <a:pt x="4444" y="316"/>
                    <a:pt x="4442" y="316"/>
                  </a:cubicBezTo>
                  <a:cubicBezTo>
                    <a:pt x="4441" y="316"/>
                    <a:pt x="4440" y="316"/>
                    <a:pt x="4439" y="316"/>
                  </a:cubicBezTo>
                  <a:cubicBezTo>
                    <a:pt x="4410" y="312"/>
                    <a:pt x="4381" y="303"/>
                    <a:pt x="4351" y="303"/>
                  </a:cubicBezTo>
                  <a:cubicBezTo>
                    <a:pt x="4350" y="303"/>
                    <a:pt x="4349" y="303"/>
                    <a:pt x="4349" y="303"/>
                  </a:cubicBezTo>
                  <a:cubicBezTo>
                    <a:pt x="4340" y="303"/>
                    <a:pt x="4323" y="291"/>
                    <a:pt x="4311" y="291"/>
                  </a:cubicBezTo>
                  <a:cubicBezTo>
                    <a:pt x="4302" y="291"/>
                    <a:pt x="4295" y="298"/>
                    <a:pt x="4298" y="325"/>
                  </a:cubicBezTo>
                  <a:cubicBezTo>
                    <a:pt x="4298" y="326"/>
                    <a:pt x="4288" y="329"/>
                    <a:pt x="4282" y="331"/>
                  </a:cubicBezTo>
                  <a:cubicBezTo>
                    <a:pt x="4271" y="335"/>
                    <a:pt x="4261" y="336"/>
                    <a:pt x="4250" y="336"/>
                  </a:cubicBezTo>
                  <a:cubicBezTo>
                    <a:pt x="4232" y="336"/>
                    <a:pt x="4214" y="333"/>
                    <a:pt x="4196" y="333"/>
                  </a:cubicBezTo>
                  <a:cubicBezTo>
                    <a:pt x="4181" y="333"/>
                    <a:pt x="4167" y="335"/>
                    <a:pt x="4153" y="343"/>
                  </a:cubicBezTo>
                  <a:cubicBezTo>
                    <a:pt x="4142" y="352"/>
                    <a:pt x="4131" y="360"/>
                    <a:pt x="4119" y="368"/>
                  </a:cubicBezTo>
                  <a:cubicBezTo>
                    <a:pt x="4115" y="371"/>
                    <a:pt x="4108" y="375"/>
                    <a:pt x="4104" y="375"/>
                  </a:cubicBezTo>
                  <a:cubicBezTo>
                    <a:pt x="4100" y="375"/>
                    <a:pt x="4098" y="373"/>
                    <a:pt x="4097" y="369"/>
                  </a:cubicBezTo>
                  <a:cubicBezTo>
                    <a:pt x="4093" y="343"/>
                    <a:pt x="4078" y="336"/>
                    <a:pt x="4061" y="336"/>
                  </a:cubicBezTo>
                  <a:cubicBezTo>
                    <a:pt x="4055" y="336"/>
                    <a:pt x="4049" y="337"/>
                    <a:pt x="4044" y="338"/>
                  </a:cubicBezTo>
                  <a:cubicBezTo>
                    <a:pt x="4020" y="343"/>
                    <a:pt x="4033" y="367"/>
                    <a:pt x="4030" y="383"/>
                  </a:cubicBezTo>
                  <a:cubicBezTo>
                    <a:pt x="4026" y="402"/>
                    <a:pt x="4006" y="389"/>
                    <a:pt x="3997" y="400"/>
                  </a:cubicBezTo>
                  <a:cubicBezTo>
                    <a:pt x="3996" y="402"/>
                    <a:pt x="3995" y="402"/>
                    <a:pt x="3994" y="402"/>
                  </a:cubicBezTo>
                  <a:cubicBezTo>
                    <a:pt x="3992" y="402"/>
                    <a:pt x="3992" y="398"/>
                    <a:pt x="3993" y="395"/>
                  </a:cubicBezTo>
                  <a:cubicBezTo>
                    <a:pt x="3998" y="361"/>
                    <a:pt x="3977" y="350"/>
                    <a:pt x="3950" y="340"/>
                  </a:cubicBezTo>
                  <a:cubicBezTo>
                    <a:pt x="3894" y="321"/>
                    <a:pt x="3834" y="315"/>
                    <a:pt x="3780" y="287"/>
                  </a:cubicBezTo>
                  <a:cubicBezTo>
                    <a:pt x="3762" y="278"/>
                    <a:pt x="3741" y="274"/>
                    <a:pt x="3720" y="274"/>
                  </a:cubicBezTo>
                  <a:cubicBezTo>
                    <a:pt x="3704" y="274"/>
                    <a:pt x="3687" y="277"/>
                    <a:pt x="3671" y="282"/>
                  </a:cubicBezTo>
                  <a:cubicBezTo>
                    <a:pt x="3620" y="297"/>
                    <a:pt x="3564" y="298"/>
                    <a:pt x="3518" y="327"/>
                  </a:cubicBezTo>
                  <a:cubicBezTo>
                    <a:pt x="3499" y="338"/>
                    <a:pt x="3447" y="319"/>
                    <a:pt x="3473" y="373"/>
                  </a:cubicBezTo>
                  <a:cubicBezTo>
                    <a:pt x="3474" y="376"/>
                    <a:pt x="3467" y="383"/>
                    <a:pt x="3464" y="389"/>
                  </a:cubicBezTo>
                  <a:cubicBezTo>
                    <a:pt x="3433" y="447"/>
                    <a:pt x="3372" y="468"/>
                    <a:pt x="3322" y="501"/>
                  </a:cubicBezTo>
                  <a:cubicBezTo>
                    <a:pt x="3279" y="529"/>
                    <a:pt x="3303" y="566"/>
                    <a:pt x="3317" y="594"/>
                  </a:cubicBezTo>
                  <a:cubicBezTo>
                    <a:pt x="3324" y="611"/>
                    <a:pt x="3341" y="620"/>
                    <a:pt x="3357" y="620"/>
                  </a:cubicBezTo>
                  <a:cubicBezTo>
                    <a:pt x="3367" y="620"/>
                    <a:pt x="3376" y="616"/>
                    <a:pt x="3385" y="610"/>
                  </a:cubicBezTo>
                  <a:cubicBezTo>
                    <a:pt x="3398" y="600"/>
                    <a:pt x="3407" y="596"/>
                    <a:pt x="3415" y="596"/>
                  </a:cubicBezTo>
                  <a:cubicBezTo>
                    <a:pt x="3430" y="596"/>
                    <a:pt x="3436" y="615"/>
                    <a:pt x="3441" y="637"/>
                  </a:cubicBezTo>
                  <a:cubicBezTo>
                    <a:pt x="3442" y="644"/>
                    <a:pt x="3442" y="651"/>
                    <a:pt x="3442" y="658"/>
                  </a:cubicBezTo>
                  <a:cubicBezTo>
                    <a:pt x="3436" y="652"/>
                    <a:pt x="3428" y="649"/>
                    <a:pt x="3426" y="642"/>
                  </a:cubicBezTo>
                  <a:cubicBezTo>
                    <a:pt x="3420" y="625"/>
                    <a:pt x="3413" y="619"/>
                    <a:pt x="3405" y="619"/>
                  </a:cubicBezTo>
                  <a:cubicBezTo>
                    <a:pt x="3397" y="619"/>
                    <a:pt x="3388" y="625"/>
                    <a:pt x="3378" y="633"/>
                  </a:cubicBezTo>
                  <a:cubicBezTo>
                    <a:pt x="3358" y="648"/>
                    <a:pt x="3365" y="671"/>
                    <a:pt x="3370" y="686"/>
                  </a:cubicBezTo>
                  <a:cubicBezTo>
                    <a:pt x="3378" y="716"/>
                    <a:pt x="3362" y="725"/>
                    <a:pt x="3340" y="730"/>
                  </a:cubicBezTo>
                  <a:cubicBezTo>
                    <a:pt x="3314" y="736"/>
                    <a:pt x="3293" y="746"/>
                    <a:pt x="3280" y="772"/>
                  </a:cubicBezTo>
                  <a:cubicBezTo>
                    <a:pt x="3273" y="785"/>
                    <a:pt x="3258" y="791"/>
                    <a:pt x="3244" y="791"/>
                  </a:cubicBezTo>
                  <a:cubicBezTo>
                    <a:pt x="3241" y="791"/>
                    <a:pt x="3237" y="791"/>
                    <a:pt x="3233" y="789"/>
                  </a:cubicBezTo>
                  <a:cubicBezTo>
                    <a:pt x="3218" y="785"/>
                    <a:pt x="3240" y="775"/>
                    <a:pt x="3239" y="765"/>
                  </a:cubicBezTo>
                  <a:cubicBezTo>
                    <a:pt x="3239" y="753"/>
                    <a:pt x="3234" y="743"/>
                    <a:pt x="3226" y="735"/>
                  </a:cubicBezTo>
                  <a:cubicBezTo>
                    <a:pt x="3202" y="709"/>
                    <a:pt x="3174" y="682"/>
                    <a:pt x="3170" y="647"/>
                  </a:cubicBezTo>
                  <a:cubicBezTo>
                    <a:pt x="3167" y="619"/>
                    <a:pt x="3148" y="586"/>
                    <a:pt x="3119" y="586"/>
                  </a:cubicBezTo>
                  <a:cubicBezTo>
                    <a:pt x="3118" y="586"/>
                    <a:pt x="3118" y="586"/>
                    <a:pt x="3117" y="586"/>
                  </a:cubicBezTo>
                  <a:cubicBezTo>
                    <a:pt x="3092" y="588"/>
                    <a:pt x="3066" y="598"/>
                    <a:pt x="3062" y="619"/>
                  </a:cubicBezTo>
                  <a:cubicBezTo>
                    <a:pt x="3056" y="650"/>
                    <a:pt x="3067" y="682"/>
                    <a:pt x="3092" y="701"/>
                  </a:cubicBezTo>
                  <a:cubicBezTo>
                    <a:pt x="3113" y="717"/>
                    <a:pt x="3113" y="718"/>
                    <a:pt x="3104" y="726"/>
                  </a:cubicBezTo>
                  <a:cubicBezTo>
                    <a:pt x="3075" y="753"/>
                    <a:pt x="3087" y="793"/>
                    <a:pt x="3071" y="825"/>
                  </a:cubicBezTo>
                  <a:cubicBezTo>
                    <a:pt x="3067" y="832"/>
                    <a:pt x="3074" y="836"/>
                    <a:pt x="3083" y="836"/>
                  </a:cubicBezTo>
                  <a:cubicBezTo>
                    <a:pt x="3087" y="836"/>
                    <a:pt x="3092" y="835"/>
                    <a:pt x="3096" y="833"/>
                  </a:cubicBezTo>
                  <a:cubicBezTo>
                    <a:pt x="3127" y="821"/>
                    <a:pt x="3159" y="813"/>
                    <a:pt x="3192" y="813"/>
                  </a:cubicBezTo>
                  <a:cubicBezTo>
                    <a:pt x="3195" y="813"/>
                    <a:pt x="3198" y="813"/>
                    <a:pt x="3202" y="813"/>
                  </a:cubicBezTo>
                  <a:lnTo>
                    <a:pt x="3212" y="813"/>
                  </a:lnTo>
                  <a:cubicBezTo>
                    <a:pt x="3211" y="815"/>
                    <a:pt x="3211" y="818"/>
                    <a:pt x="3209" y="819"/>
                  </a:cubicBezTo>
                  <a:cubicBezTo>
                    <a:pt x="3181" y="830"/>
                    <a:pt x="3152" y="844"/>
                    <a:pt x="3123" y="851"/>
                  </a:cubicBezTo>
                  <a:cubicBezTo>
                    <a:pt x="3107" y="855"/>
                    <a:pt x="3087" y="851"/>
                    <a:pt x="3082" y="871"/>
                  </a:cubicBezTo>
                  <a:cubicBezTo>
                    <a:pt x="3076" y="891"/>
                    <a:pt x="3096" y="896"/>
                    <a:pt x="3110" y="903"/>
                  </a:cubicBezTo>
                  <a:cubicBezTo>
                    <a:pt x="3144" y="924"/>
                    <a:pt x="3149" y="953"/>
                    <a:pt x="3136" y="989"/>
                  </a:cubicBezTo>
                  <a:cubicBezTo>
                    <a:pt x="3131" y="1004"/>
                    <a:pt x="3123" y="1008"/>
                    <a:pt x="3114" y="1008"/>
                  </a:cubicBezTo>
                  <a:cubicBezTo>
                    <a:pt x="3105" y="1008"/>
                    <a:pt x="3095" y="1004"/>
                    <a:pt x="3085" y="1003"/>
                  </a:cubicBezTo>
                  <a:cubicBezTo>
                    <a:pt x="3062" y="1002"/>
                    <a:pt x="3038" y="997"/>
                    <a:pt x="3015" y="997"/>
                  </a:cubicBezTo>
                  <a:cubicBezTo>
                    <a:pt x="3014" y="997"/>
                    <a:pt x="3013" y="997"/>
                    <a:pt x="3012" y="997"/>
                  </a:cubicBezTo>
                  <a:cubicBezTo>
                    <a:pt x="2987" y="997"/>
                    <a:pt x="2959" y="1003"/>
                    <a:pt x="2963" y="1036"/>
                  </a:cubicBezTo>
                  <a:cubicBezTo>
                    <a:pt x="2966" y="1069"/>
                    <a:pt x="2959" y="1097"/>
                    <a:pt x="2953" y="1129"/>
                  </a:cubicBezTo>
                  <a:cubicBezTo>
                    <a:pt x="2947" y="1153"/>
                    <a:pt x="2930" y="1197"/>
                    <a:pt x="2977" y="1205"/>
                  </a:cubicBezTo>
                  <a:cubicBezTo>
                    <a:pt x="3021" y="1212"/>
                    <a:pt x="3030" y="1223"/>
                    <a:pt x="3007" y="1261"/>
                  </a:cubicBezTo>
                  <a:cubicBezTo>
                    <a:pt x="2998" y="1276"/>
                    <a:pt x="2985" y="1290"/>
                    <a:pt x="2971" y="1298"/>
                  </a:cubicBezTo>
                  <a:cubicBezTo>
                    <a:pt x="2941" y="1316"/>
                    <a:pt x="2917" y="1338"/>
                    <a:pt x="2920" y="1378"/>
                  </a:cubicBezTo>
                  <a:cubicBezTo>
                    <a:pt x="2922" y="1394"/>
                    <a:pt x="2916" y="1413"/>
                    <a:pt x="2901" y="1419"/>
                  </a:cubicBezTo>
                  <a:cubicBezTo>
                    <a:pt x="2841" y="1446"/>
                    <a:pt x="2806" y="1496"/>
                    <a:pt x="2778" y="1550"/>
                  </a:cubicBezTo>
                  <a:cubicBezTo>
                    <a:pt x="2756" y="1595"/>
                    <a:pt x="2714" y="1633"/>
                    <a:pt x="2743" y="1695"/>
                  </a:cubicBezTo>
                  <a:cubicBezTo>
                    <a:pt x="2760" y="1728"/>
                    <a:pt x="2750" y="1768"/>
                    <a:pt x="2732" y="1803"/>
                  </a:cubicBezTo>
                  <a:cubicBezTo>
                    <a:pt x="2711" y="1843"/>
                    <a:pt x="2730" y="1911"/>
                    <a:pt x="2764" y="1942"/>
                  </a:cubicBezTo>
                  <a:cubicBezTo>
                    <a:pt x="2772" y="1948"/>
                    <a:pt x="2778" y="1956"/>
                    <a:pt x="2782" y="1964"/>
                  </a:cubicBezTo>
                  <a:cubicBezTo>
                    <a:pt x="2812" y="2026"/>
                    <a:pt x="2849" y="2083"/>
                    <a:pt x="2910" y="2120"/>
                  </a:cubicBezTo>
                  <a:cubicBezTo>
                    <a:pt x="2924" y="2128"/>
                    <a:pt x="2939" y="2145"/>
                    <a:pt x="2954" y="2145"/>
                  </a:cubicBezTo>
                  <a:cubicBezTo>
                    <a:pt x="2957" y="2145"/>
                    <a:pt x="2960" y="2144"/>
                    <a:pt x="2963" y="2142"/>
                  </a:cubicBezTo>
                  <a:cubicBezTo>
                    <a:pt x="3034" y="2107"/>
                    <a:pt x="3118" y="2147"/>
                    <a:pt x="3187" y="2097"/>
                  </a:cubicBezTo>
                  <a:cubicBezTo>
                    <a:pt x="3198" y="2090"/>
                    <a:pt x="3214" y="2084"/>
                    <a:pt x="3229" y="2084"/>
                  </a:cubicBezTo>
                  <a:cubicBezTo>
                    <a:pt x="3248" y="2084"/>
                    <a:pt x="3268" y="2092"/>
                    <a:pt x="3280" y="2113"/>
                  </a:cubicBezTo>
                  <a:cubicBezTo>
                    <a:pt x="3292" y="2134"/>
                    <a:pt x="3304" y="2142"/>
                    <a:pt x="3323" y="2142"/>
                  </a:cubicBezTo>
                  <a:cubicBezTo>
                    <a:pt x="3327" y="2142"/>
                    <a:pt x="3332" y="2142"/>
                    <a:pt x="3337" y="2141"/>
                  </a:cubicBezTo>
                  <a:cubicBezTo>
                    <a:pt x="3341" y="2140"/>
                    <a:pt x="3345" y="2140"/>
                    <a:pt x="3349" y="2140"/>
                  </a:cubicBezTo>
                  <a:cubicBezTo>
                    <a:pt x="3385" y="2140"/>
                    <a:pt x="3399" y="2167"/>
                    <a:pt x="3391" y="2206"/>
                  </a:cubicBezTo>
                  <a:cubicBezTo>
                    <a:pt x="3384" y="2242"/>
                    <a:pt x="3360" y="2283"/>
                    <a:pt x="3380" y="2315"/>
                  </a:cubicBezTo>
                  <a:cubicBezTo>
                    <a:pt x="3403" y="2352"/>
                    <a:pt x="3430" y="2388"/>
                    <a:pt x="3447" y="2428"/>
                  </a:cubicBezTo>
                  <a:cubicBezTo>
                    <a:pt x="3478" y="2497"/>
                    <a:pt x="3500" y="2571"/>
                    <a:pt x="3462" y="2646"/>
                  </a:cubicBezTo>
                  <a:cubicBezTo>
                    <a:pt x="3437" y="2693"/>
                    <a:pt x="3433" y="2743"/>
                    <a:pt x="3456" y="2791"/>
                  </a:cubicBezTo>
                  <a:cubicBezTo>
                    <a:pt x="3480" y="2840"/>
                    <a:pt x="3498" y="2889"/>
                    <a:pt x="3505" y="2944"/>
                  </a:cubicBezTo>
                  <a:cubicBezTo>
                    <a:pt x="3511" y="2995"/>
                    <a:pt x="3510" y="3048"/>
                    <a:pt x="3552" y="3088"/>
                  </a:cubicBezTo>
                  <a:cubicBezTo>
                    <a:pt x="3576" y="3111"/>
                    <a:pt x="3583" y="3145"/>
                    <a:pt x="3594" y="3176"/>
                  </a:cubicBezTo>
                  <a:cubicBezTo>
                    <a:pt x="3603" y="3203"/>
                    <a:pt x="3582" y="3237"/>
                    <a:pt x="3615" y="3260"/>
                  </a:cubicBezTo>
                  <a:cubicBezTo>
                    <a:pt x="3624" y="3267"/>
                    <a:pt x="3633" y="3270"/>
                    <a:pt x="3641" y="3270"/>
                  </a:cubicBezTo>
                  <a:cubicBezTo>
                    <a:pt x="3663" y="3270"/>
                    <a:pt x="3682" y="3253"/>
                    <a:pt x="3704" y="3253"/>
                  </a:cubicBezTo>
                  <a:cubicBezTo>
                    <a:pt x="3704" y="3253"/>
                    <a:pt x="3705" y="3253"/>
                    <a:pt x="3705" y="3253"/>
                  </a:cubicBezTo>
                  <a:cubicBezTo>
                    <a:pt x="3708" y="3253"/>
                    <a:pt x="3710" y="3253"/>
                    <a:pt x="3713" y="3253"/>
                  </a:cubicBezTo>
                  <a:cubicBezTo>
                    <a:pt x="3844" y="3253"/>
                    <a:pt x="3912" y="3168"/>
                    <a:pt x="3966" y="3061"/>
                  </a:cubicBezTo>
                  <a:cubicBezTo>
                    <a:pt x="3977" y="3039"/>
                    <a:pt x="3965" y="3007"/>
                    <a:pt x="3993" y="2996"/>
                  </a:cubicBezTo>
                  <a:cubicBezTo>
                    <a:pt x="4041" y="2976"/>
                    <a:pt x="4052" y="2937"/>
                    <a:pt x="4040" y="2895"/>
                  </a:cubicBezTo>
                  <a:cubicBezTo>
                    <a:pt x="4021" y="2832"/>
                    <a:pt x="4055" y="2809"/>
                    <a:pt x="4103" y="2788"/>
                  </a:cubicBezTo>
                  <a:cubicBezTo>
                    <a:pt x="4168" y="2759"/>
                    <a:pt x="4210" y="2614"/>
                    <a:pt x="4173" y="2556"/>
                  </a:cubicBezTo>
                  <a:cubicBezTo>
                    <a:pt x="4143" y="2510"/>
                    <a:pt x="4151" y="2459"/>
                    <a:pt x="4160" y="2411"/>
                  </a:cubicBezTo>
                  <a:cubicBezTo>
                    <a:pt x="4171" y="2343"/>
                    <a:pt x="4222" y="2298"/>
                    <a:pt x="4271" y="2256"/>
                  </a:cubicBezTo>
                  <a:cubicBezTo>
                    <a:pt x="4365" y="2174"/>
                    <a:pt x="4427" y="2075"/>
                    <a:pt x="4454" y="1954"/>
                  </a:cubicBezTo>
                  <a:cubicBezTo>
                    <a:pt x="4458" y="1936"/>
                    <a:pt x="4458" y="1916"/>
                    <a:pt x="4435" y="1916"/>
                  </a:cubicBezTo>
                  <a:cubicBezTo>
                    <a:pt x="4434" y="1916"/>
                    <a:pt x="4432" y="1916"/>
                    <a:pt x="4430" y="1916"/>
                  </a:cubicBezTo>
                  <a:cubicBezTo>
                    <a:pt x="4405" y="1919"/>
                    <a:pt x="4379" y="1928"/>
                    <a:pt x="4354" y="1936"/>
                  </a:cubicBezTo>
                  <a:cubicBezTo>
                    <a:pt x="4324" y="1945"/>
                    <a:pt x="4305" y="1951"/>
                    <a:pt x="4291" y="1951"/>
                  </a:cubicBezTo>
                  <a:cubicBezTo>
                    <a:pt x="4268" y="1951"/>
                    <a:pt x="4261" y="1933"/>
                    <a:pt x="4244" y="1883"/>
                  </a:cubicBezTo>
                  <a:lnTo>
                    <a:pt x="4244" y="1883"/>
                  </a:lnTo>
                  <a:cubicBezTo>
                    <a:pt x="4254" y="1893"/>
                    <a:pt x="4261" y="1910"/>
                    <a:pt x="4276" y="1910"/>
                  </a:cubicBezTo>
                  <a:cubicBezTo>
                    <a:pt x="4279" y="1910"/>
                    <a:pt x="4282" y="1909"/>
                    <a:pt x="4285" y="1908"/>
                  </a:cubicBezTo>
                  <a:cubicBezTo>
                    <a:pt x="4323" y="1893"/>
                    <a:pt x="4359" y="1873"/>
                    <a:pt x="4398" y="1860"/>
                  </a:cubicBezTo>
                  <a:cubicBezTo>
                    <a:pt x="4442" y="1845"/>
                    <a:pt x="4469" y="1803"/>
                    <a:pt x="4511" y="1789"/>
                  </a:cubicBezTo>
                  <a:cubicBezTo>
                    <a:pt x="4570" y="1769"/>
                    <a:pt x="4646" y="1690"/>
                    <a:pt x="4649" y="1631"/>
                  </a:cubicBezTo>
                  <a:cubicBezTo>
                    <a:pt x="4649" y="1623"/>
                    <a:pt x="4646" y="1616"/>
                    <a:pt x="4640" y="1611"/>
                  </a:cubicBezTo>
                  <a:cubicBezTo>
                    <a:pt x="4626" y="1592"/>
                    <a:pt x="4609" y="1575"/>
                    <a:pt x="4585" y="1569"/>
                  </a:cubicBezTo>
                  <a:cubicBezTo>
                    <a:pt x="4570" y="1565"/>
                    <a:pt x="4561" y="1550"/>
                    <a:pt x="4565" y="1536"/>
                  </a:cubicBezTo>
                  <a:cubicBezTo>
                    <a:pt x="4566" y="1533"/>
                    <a:pt x="4567" y="1532"/>
                    <a:pt x="4569" y="1532"/>
                  </a:cubicBezTo>
                  <a:cubicBezTo>
                    <a:pt x="4573" y="1532"/>
                    <a:pt x="4581" y="1541"/>
                    <a:pt x="4587" y="1541"/>
                  </a:cubicBezTo>
                  <a:cubicBezTo>
                    <a:pt x="4612" y="1542"/>
                    <a:pt x="4636" y="1548"/>
                    <a:pt x="4660" y="1548"/>
                  </a:cubicBezTo>
                  <a:cubicBezTo>
                    <a:pt x="4661" y="1548"/>
                    <a:pt x="4662" y="1548"/>
                    <a:pt x="4663" y="1548"/>
                  </a:cubicBezTo>
                  <a:cubicBezTo>
                    <a:pt x="4671" y="1548"/>
                    <a:pt x="4679" y="1548"/>
                    <a:pt x="4687" y="1548"/>
                  </a:cubicBezTo>
                  <a:cubicBezTo>
                    <a:pt x="4763" y="1548"/>
                    <a:pt x="4833" y="1557"/>
                    <a:pt x="4874" y="1641"/>
                  </a:cubicBezTo>
                  <a:cubicBezTo>
                    <a:pt x="4883" y="1658"/>
                    <a:pt x="4905" y="1680"/>
                    <a:pt x="4930" y="1680"/>
                  </a:cubicBezTo>
                  <a:cubicBezTo>
                    <a:pt x="4934" y="1680"/>
                    <a:pt x="4937" y="1679"/>
                    <a:pt x="4941" y="1678"/>
                  </a:cubicBezTo>
                  <a:cubicBezTo>
                    <a:pt x="4945" y="1677"/>
                    <a:pt x="4948" y="1677"/>
                    <a:pt x="4951" y="1677"/>
                  </a:cubicBezTo>
                  <a:cubicBezTo>
                    <a:pt x="4960" y="1677"/>
                    <a:pt x="4960" y="1683"/>
                    <a:pt x="4961" y="1693"/>
                  </a:cubicBezTo>
                  <a:cubicBezTo>
                    <a:pt x="4976" y="1812"/>
                    <a:pt x="5031" y="1916"/>
                    <a:pt x="5085" y="2021"/>
                  </a:cubicBezTo>
                  <a:cubicBezTo>
                    <a:pt x="5094" y="2037"/>
                    <a:pt x="5104" y="2048"/>
                    <a:pt x="5114" y="2048"/>
                  </a:cubicBezTo>
                  <a:cubicBezTo>
                    <a:pt x="5123" y="2048"/>
                    <a:pt x="5133" y="2040"/>
                    <a:pt x="5142" y="2020"/>
                  </a:cubicBezTo>
                  <a:cubicBezTo>
                    <a:pt x="5148" y="2007"/>
                    <a:pt x="5158" y="1996"/>
                    <a:pt x="5167" y="1984"/>
                  </a:cubicBezTo>
                  <a:lnTo>
                    <a:pt x="5171" y="1980"/>
                  </a:lnTo>
                  <a:cubicBezTo>
                    <a:pt x="5188" y="1940"/>
                    <a:pt x="5184" y="1899"/>
                    <a:pt x="5178" y="1856"/>
                  </a:cubicBezTo>
                  <a:cubicBezTo>
                    <a:pt x="5176" y="1844"/>
                    <a:pt x="5172" y="1829"/>
                    <a:pt x="5187" y="1825"/>
                  </a:cubicBezTo>
                  <a:cubicBezTo>
                    <a:pt x="5227" y="1816"/>
                    <a:pt x="5240" y="1780"/>
                    <a:pt x="5262" y="1752"/>
                  </a:cubicBezTo>
                  <a:cubicBezTo>
                    <a:pt x="5286" y="1723"/>
                    <a:pt x="5312" y="1688"/>
                    <a:pt x="5340" y="1670"/>
                  </a:cubicBezTo>
                  <a:cubicBezTo>
                    <a:pt x="5355" y="1660"/>
                    <a:pt x="5378" y="1646"/>
                    <a:pt x="5402" y="1646"/>
                  </a:cubicBezTo>
                  <a:cubicBezTo>
                    <a:pt x="5420" y="1646"/>
                    <a:pt x="5440" y="1654"/>
                    <a:pt x="5456" y="1681"/>
                  </a:cubicBezTo>
                  <a:cubicBezTo>
                    <a:pt x="5475" y="1713"/>
                    <a:pt x="5509" y="1737"/>
                    <a:pt x="5511" y="1780"/>
                  </a:cubicBezTo>
                  <a:cubicBezTo>
                    <a:pt x="5511" y="1792"/>
                    <a:pt x="5505" y="1809"/>
                    <a:pt x="5524" y="1816"/>
                  </a:cubicBezTo>
                  <a:cubicBezTo>
                    <a:pt x="5531" y="1818"/>
                    <a:pt x="5538" y="1820"/>
                    <a:pt x="5545" y="1820"/>
                  </a:cubicBezTo>
                  <a:cubicBezTo>
                    <a:pt x="5555" y="1820"/>
                    <a:pt x="5564" y="1816"/>
                    <a:pt x="5572" y="1806"/>
                  </a:cubicBezTo>
                  <a:cubicBezTo>
                    <a:pt x="5574" y="1803"/>
                    <a:pt x="5578" y="1799"/>
                    <a:pt x="5582" y="1799"/>
                  </a:cubicBezTo>
                  <a:cubicBezTo>
                    <a:pt x="5585" y="1799"/>
                    <a:pt x="5588" y="1801"/>
                    <a:pt x="5590" y="1806"/>
                  </a:cubicBezTo>
                  <a:cubicBezTo>
                    <a:pt x="5600" y="1835"/>
                    <a:pt x="5606" y="1865"/>
                    <a:pt x="5618" y="1893"/>
                  </a:cubicBezTo>
                  <a:cubicBezTo>
                    <a:pt x="5643" y="1950"/>
                    <a:pt x="5610" y="2017"/>
                    <a:pt x="5658" y="2072"/>
                  </a:cubicBezTo>
                  <a:cubicBezTo>
                    <a:pt x="5693" y="2112"/>
                    <a:pt x="5696" y="2174"/>
                    <a:pt x="5735" y="2215"/>
                  </a:cubicBezTo>
                  <a:cubicBezTo>
                    <a:pt x="5747" y="2222"/>
                    <a:pt x="5760" y="2228"/>
                    <a:pt x="5772" y="2234"/>
                  </a:cubicBezTo>
                  <a:cubicBezTo>
                    <a:pt x="5776" y="2236"/>
                    <a:pt x="5780" y="2237"/>
                    <a:pt x="5784" y="2237"/>
                  </a:cubicBezTo>
                  <a:cubicBezTo>
                    <a:pt x="5792" y="2237"/>
                    <a:pt x="5799" y="2232"/>
                    <a:pt x="5796" y="2222"/>
                  </a:cubicBezTo>
                  <a:cubicBezTo>
                    <a:pt x="5783" y="2174"/>
                    <a:pt x="5787" y="2121"/>
                    <a:pt x="5736" y="2085"/>
                  </a:cubicBezTo>
                  <a:cubicBezTo>
                    <a:pt x="5697" y="2056"/>
                    <a:pt x="5668" y="2013"/>
                    <a:pt x="5673" y="1959"/>
                  </a:cubicBezTo>
                  <a:cubicBezTo>
                    <a:pt x="5675" y="1945"/>
                    <a:pt x="5659" y="1910"/>
                    <a:pt x="5679" y="1910"/>
                  </a:cubicBezTo>
                  <a:cubicBezTo>
                    <a:pt x="5686" y="1910"/>
                    <a:pt x="5696" y="1914"/>
                    <a:pt x="5713" y="1924"/>
                  </a:cubicBezTo>
                  <a:cubicBezTo>
                    <a:pt x="5742" y="1942"/>
                    <a:pt x="5772" y="1966"/>
                    <a:pt x="5781" y="1990"/>
                  </a:cubicBezTo>
                  <a:cubicBezTo>
                    <a:pt x="5790" y="2014"/>
                    <a:pt x="5799" y="2022"/>
                    <a:pt x="5807" y="2022"/>
                  </a:cubicBezTo>
                  <a:cubicBezTo>
                    <a:pt x="5819" y="2022"/>
                    <a:pt x="5831" y="2006"/>
                    <a:pt x="5845" y="1997"/>
                  </a:cubicBezTo>
                  <a:cubicBezTo>
                    <a:pt x="5852" y="1992"/>
                    <a:pt x="5856" y="1984"/>
                    <a:pt x="5864" y="1980"/>
                  </a:cubicBezTo>
                  <a:cubicBezTo>
                    <a:pt x="5907" y="1957"/>
                    <a:pt x="5919" y="1923"/>
                    <a:pt x="5907" y="1875"/>
                  </a:cubicBezTo>
                  <a:cubicBezTo>
                    <a:pt x="5896" y="1827"/>
                    <a:pt x="5871" y="1791"/>
                    <a:pt x="5835" y="1761"/>
                  </a:cubicBezTo>
                  <a:cubicBezTo>
                    <a:pt x="5803" y="1733"/>
                    <a:pt x="5795" y="1709"/>
                    <a:pt x="5827" y="1674"/>
                  </a:cubicBezTo>
                  <a:cubicBezTo>
                    <a:pt x="5837" y="1662"/>
                    <a:pt x="5847" y="1657"/>
                    <a:pt x="5856" y="1657"/>
                  </a:cubicBezTo>
                  <a:cubicBezTo>
                    <a:pt x="5862" y="1657"/>
                    <a:pt x="5868" y="1659"/>
                    <a:pt x="5873" y="1663"/>
                  </a:cubicBezTo>
                  <a:cubicBezTo>
                    <a:pt x="5889" y="1676"/>
                    <a:pt x="5884" y="1691"/>
                    <a:pt x="5866" y="1703"/>
                  </a:cubicBezTo>
                  <a:cubicBezTo>
                    <a:pt x="5854" y="1712"/>
                    <a:pt x="5849" y="1728"/>
                    <a:pt x="5865" y="1739"/>
                  </a:cubicBezTo>
                  <a:cubicBezTo>
                    <a:pt x="5875" y="1746"/>
                    <a:pt x="5885" y="1752"/>
                    <a:pt x="5895" y="1752"/>
                  </a:cubicBezTo>
                  <a:cubicBezTo>
                    <a:pt x="5905" y="1752"/>
                    <a:pt x="5914" y="1748"/>
                    <a:pt x="5922" y="1736"/>
                  </a:cubicBezTo>
                  <a:cubicBezTo>
                    <a:pt x="5931" y="1724"/>
                    <a:pt x="5945" y="1708"/>
                    <a:pt x="5926" y="1696"/>
                  </a:cubicBezTo>
                  <a:cubicBezTo>
                    <a:pt x="5899" y="1680"/>
                    <a:pt x="5915" y="1673"/>
                    <a:pt x="5929" y="1665"/>
                  </a:cubicBezTo>
                  <a:cubicBezTo>
                    <a:pt x="5991" y="1627"/>
                    <a:pt x="6076" y="1624"/>
                    <a:pt x="6108" y="1541"/>
                  </a:cubicBezTo>
                  <a:cubicBezTo>
                    <a:pt x="6123" y="1499"/>
                    <a:pt x="6143" y="1460"/>
                    <a:pt x="6137" y="1413"/>
                  </a:cubicBezTo>
                  <a:cubicBezTo>
                    <a:pt x="6129" y="1352"/>
                    <a:pt x="6089" y="1310"/>
                    <a:pt x="6052" y="1267"/>
                  </a:cubicBezTo>
                  <a:cubicBezTo>
                    <a:pt x="6034" y="1245"/>
                    <a:pt x="6036" y="1234"/>
                    <a:pt x="6059" y="1223"/>
                  </a:cubicBezTo>
                  <a:cubicBezTo>
                    <a:pt x="6068" y="1219"/>
                    <a:pt x="6075" y="1213"/>
                    <a:pt x="6074" y="1203"/>
                  </a:cubicBezTo>
                  <a:cubicBezTo>
                    <a:pt x="6074" y="1193"/>
                    <a:pt x="6066" y="1184"/>
                    <a:pt x="6057" y="1182"/>
                  </a:cubicBezTo>
                  <a:cubicBezTo>
                    <a:pt x="6046" y="1180"/>
                    <a:pt x="6033" y="1176"/>
                    <a:pt x="6022" y="1176"/>
                  </a:cubicBezTo>
                  <a:cubicBezTo>
                    <a:pt x="6018" y="1176"/>
                    <a:pt x="6014" y="1176"/>
                    <a:pt x="6011" y="1178"/>
                  </a:cubicBezTo>
                  <a:cubicBezTo>
                    <a:pt x="6006" y="1180"/>
                    <a:pt x="6003" y="1181"/>
                    <a:pt x="5999" y="1181"/>
                  </a:cubicBezTo>
                  <a:cubicBezTo>
                    <a:pt x="5983" y="1181"/>
                    <a:pt x="5977" y="1159"/>
                    <a:pt x="5963" y="1159"/>
                  </a:cubicBezTo>
                  <a:cubicBezTo>
                    <a:pt x="5961" y="1159"/>
                    <a:pt x="5959" y="1160"/>
                    <a:pt x="5957" y="1160"/>
                  </a:cubicBezTo>
                  <a:cubicBezTo>
                    <a:pt x="5965" y="1153"/>
                    <a:pt x="5973" y="1147"/>
                    <a:pt x="5980" y="1140"/>
                  </a:cubicBezTo>
                  <a:cubicBezTo>
                    <a:pt x="5982" y="1137"/>
                    <a:pt x="5984" y="1134"/>
                    <a:pt x="5984" y="1131"/>
                  </a:cubicBezTo>
                  <a:cubicBezTo>
                    <a:pt x="5987" y="1123"/>
                    <a:pt x="5991" y="1117"/>
                    <a:pt x="5998" y="1117"/>
                  </a:cubicBezTo>
                  <a:cubicBezTo>
                    <a:pt x="5999" y="1117"/>
                    <a:pt x="6000" y="1117"/>
                    <a:pt x="6001" y="1117"/>
                  </a:cubicBezTo>
                  <a:cubicBezTo>
                    <a:pt x="6010" y="1118"/>
                    <a:pt x="6008" y="1128"/>
                    <a:pt x="6008" y="1134"/>
                  </a:cubicBezTo>
                  <a:cubicBezTo>
                    <a:pt x="6012" y="1152"/>
                    <a:pt x="6018" y="1160"/>
                    <a:pt x="6028" y="1160"/>
                  </a:cubicBezTo>
                  <a:cubicBezTo>
                    <a:pt x="6034" y="1160"/>
                    <a:pt x="6042" y="1156"/>
                    <a:pt x="6051" y="1149"/>
                  </a:cubicBezTo>
                  <a:cubicBezTo>
                    <a:pt x="6061" y="1142"/>
                    <a:pt x="6070" y="1138"/>
                    <a:pt x="6079" y="1138"/>
                  </a:cubicBezTo>
                  <a:cubicBezTo>
                    <a:pt x="6095" y="1138"/>
                    <a:pt x="6109" y="1150"/>
                    <a:pt x="6114" y="1171"/>
                  </a:cubicBezTo>
                  <a:cubicBezTo>
                    <a:pt x="6116" y="1178"/>
                    <a:pt x="6122" y="1191"/>
                    <a:pt x="6127" y="1191"/>
                  </a:cubicBezTo>
                  <a:cubicBezTo>
                    <a:pt x="6162" y="1195"/>
                    <a:pt x="6169" y="1225"/>
                    <a:pt x="6177" y="1248"/>
                  </a:cubicBezTo>
                  <a:cubicBezTo>
                    <a:pt x="6185" y="1273"/>
                    <a:pt x="6196" y="1281"/>
                    <a:pt x="6209" y="1281"/>
                  </a:cubicBezTo>
                  <a:cubicBezTo>
                    <a:pt x="6222" y="1281"/>
                    <a:pt x="6237" y="1273"/>
                    <a:pt x="6251" y="1266"/>
                  </a:cubicBezTo>
                  <a:cubicBezTo>
                    <a:pt x="6287" y="1248"/>
                    <a:pt x="6256" y="1227"/>
                    <a:pt x="6250" y="1210"/>
                  </a:cubicBezTo>
                  <a:cubicBezTo>
                    <a:pt x="6246" y="1198"/>
                    <a:pt x="6235" y="1187"/>
                    <a:pt x="6225" y="1180"/>
                  </a:cubicBezTo>
                  <a:cubicBezTo>
                    <a:pt x="6184" y="1152"/>
                    <a:pt x="6182" y="1116"/>
                    <a:pt x="6199" y="1073"/>
                  </a:cubicBezTo>
                  <a:cubicBezTo>
                    <a:pt x="6205" y="1058"/>
                    <a:pt x="6210" y="1046"/>
                    <a:pt x="6222" y="1046"/>
                  </a:cubicBezTo>
                  <a:cubicBezTo>
                    <a:pt x="6227" y="1046"/>
                    <a:pt x="6233" y="1048"/>
                    <a:pt x="6241" y="1054"/>
                  </a:cubicBezTo>
                  <a:cubicBezTo>
                    <a:pt x="6245" y="1056"/>
                    <a:pt x="6248" y="1057"/>
                    <a:pt x="6252" y="1057"/>
                  </a:cubicBezTo>
                  <a:cubicBezTo>
                    <a:pt x="6258" y="1057"/>
                    <a:pt x="6264" y="1054"/>
                    <a:pt x="6269" y="1048"/>
                  </a:cubicBezTo>
                  <a:cubicBezTo>
                    <a:pt x="6307" y="998"/>
                    <a:pt x="6314" y="886"/>
                    <a:pt x="6283" y="833"/>
                  </a:cubicBezTo>
                  <a:cubicBezTo>
                    <a:pt x="6279" y="826"/>
                    <a:pt x="6270" y="820"/>
                    <a:pt x="6277" y="810"/>
                  </a:cubicBezTo>
                  <a:lnTo>
                    <a:pt x="6277" y="810"/>
                  </a:lnTo>
                  <a:cubicBezTo>
                    <a:pt x="6283" y="815"/>
                    <a:pt x="6290" y="819"/>
                    <a:pt x="6294" y="825"/>
                  </a:cubicBezTo>
                  <a:cubicBezTo>
                    <a:pt x="6317" y="861"/>
                    <a:pt x="6339" y="896"/>
                    <a:pt x="6361" y="933"/>
                  </a:cubicBezTo>
                  <a:cubicBezTo>
                    <a:pt x="6367" y="943"/>
                    <a:pt x="6374" y="953"/>
                    <a:pt x="6386" y="953"/>
                  </a:cubicBezTo>
                  <a:cubicBezTo>
                    <a:pt x="6388" y="953"/>
                    <a:pt x="6390" y="952"/>
                    <a:pt x="6392" y="952"/>
                  </a:cubicBezTo>
                  <a:cubicBezTo>
                    <a:pt x="6401" y="949"/>
                    <a:pt x="6414" y="942"/>
                    <a:pt x="6416" y="935"/>
                  </a:cubicBezTo>
                  <a:cubicBezTo>
                    <a:pt x="6421" y="921"/>
                    <a:pt x="6406" y="915"/>
                    <a:pt x="6397" y="907"/>
                  </a:cubicBezTo>
                  <a:cubicBezTo>
                    <a:pt x="6388" y="898"/>
                    <a:pt x="6365" y="889"/>
                    <a:pt x="6381" y="874"/>
                  </a:cubicBezTo>
                  <a:cubicBezTo>
                    <a:pt x="6399" y="857"/>
                    <a:pt x="6385" y="850"/>
                    <a:pt x="6377" y="840"/>
                  </a:cubicBezTo>
                  <a:cubicBezTo>
                    <a:pt x="6366" y="827"/>
                    <a:pt x="6351" y="816"/>
                    <a:pt x="6340" y="803"/>
                  </a:cubicBezTo>
                  <a:cubicBezTo>
                    <a:pt x="6304" y="760"/>
                    <a:pt x="6249" y="740"/>
                    <a:pt x="6215" y="726"/>
                  </a:cubicBezTo>
                  <a:cubicBezTo>
                    <a:pt x="6172" y="709"/>
                    <a:pt x="6124" y="723"/>
                    <a:pt x="6085" y="698"/>
                  </a:cubicBezTo>
                  <a:cubicBezTo>
                    <a:pt x="6081" y="695"/>
                    <a:pt x="6068" y="693"/>
                    <a:pt x="6075" y="687"/>
                  </a:cubicBezTo>
                  <a:cubicBezTo>
                    <a:pt x="6101" y="668"/>
                    <a:pt x="6095" y="635"/>
                    <a:pt x="6111" y="611"/>
                  </a:cubicBezTo>
                  <a:cubicBezTo>
                    <a:pt x="6120" y="597"/>
                    <a:pt x="6179" y="588"/>
                    <a:pt x="6226" y="588"/>
                  </a:cubicBezTo>
                  <a:cubicBezTo>
                    <a:pt x="6250" y="588"/>
                    <a:pt x="6270" y="590"/>
                    <a:pt x="6280" y="596"/>
                  </a:cubicBezTo>
                  <a:cubicBezTo>
                    <a:pt x="6290" y="601"/>
                    <a:pt x="6300" y="602"/>
                    <a:pt x="6310" y="602"/>
                  </a:cubicBezTo>
                  <a:cubicBezTo>
                    <a:pt x="6325" y="602"/>
                    <a:pt x="6340" y="598"/>
                    <a:pt x="6354" y="595"/>
                  </a:cubicBezTo>
                  <a:cubicBezTo>
                    <a:pt x="6372" y="589"/>
                    <a:pt x="6350" y="571"/>
                    <a:pt x="6354" y="561"/>
                  </a:cubicBezTo>
                  <a:cubicBezTo>
                    <a:pt x="6358" y="550"/>
                    <a:pt x="6348" y="532"/>
                    <a:pt x="6363" y="528"/>
                  </a:cubicBezTo>
                  <a:cubicBezTo>
                    <a:pt x="6365" y="528"/>
                    <a:pt x="6367" y="527"/>
                    <a:pt x="6370" y="527"/>
                  </a:cubicBezTo>
                  <a:cubicBezTo>
                    <a:pt x="6380" y="527"/>
                    <a:pt x="6391" y="534"/>
                    <a:pt x="6401" y="542"/>
                  </a:cubicBezTo>
                  <a:cubicBezTo>
                    <a:pt x="6411" y="551"/>
                    <a:pt x="6423" y="563"/>
                    <a:pt x="6434" y="563"/>
                  </a:cubicBezTo>
                  <a:cubicBezTo>
                    <a:pt x="6442" y="563"/>
                    <a:pt x="6450" y="557"/>
                    <a:pt x="6457" y="540"/>
                  </a:cubicBezTo>
                  <a:cubicBezTo>
                    <a:pt x="6458" y="535"/>
                    <a:pt x="6461" y="533"/>
                    <a:pt x="6464" y="533"/>
                  </a:cubicBezTo>
                  <a:cubicBezTo>
                    <a:pt x="6466" y="533"/>
                    <a:pt x="6469" y="534"/>
                    <a:pt x="6471" y="535"/>
                  </a:cubicBezTo>
                  <a:cubicBezTo>
                    <a:pt x="6477" y="541"/>
                    <a:pt x="6477" y="546"/>
                    <a:pt x="6474" y="554"/>
                  </a:cubicBezTo>
                  <a:cubicBezTo>
                    <a:pt x="6462" y="578"/>
                    <a:pt x="6443" y="602"/>
                    <a:pt x="6443" y="626"/>
                  </a:cubicBezTo>
                  <a:cubicBezTo>
                    <a:pt x="6442" y="667"/>
                    <a:pt x="6461" y="706"/>
                    <a:pt x="6494" y="730"/>
                  </a:cubicBezTo>
                  <a:cubicBezTo>
                    <a:pt x="6525" y="754"/>
                    <a:pt x="6560" y="772"/>
                    <a:pt x="6584" y="803"/>
                  </a:cubicBezTo>
                  <a:cubicBezTo>
                    <a:pt x="6591" y="811"/>
                    <a:pt x="6598" y="824"/>
                    <a:pt x="6609" y="824"/>
                  </a:cubicBezTo>
                  <a:cubicBezTo>
                    <a:pt x="6612" y="824"/>
                    <a:pt x="6615" y="823"/>
                    <a:pt x="6618" y="822"/>
                  </a:cubicBezTo>
                  <a:cubicBezTo>
                    <a:pt x="6636" y="813"/>
                    <a:pt x="6637" y="797"/>
                    <a:pt x="6635" y="780"/>
                  </a:cubicBezTo>
                  <a:cubicBezTo>
                    <a:pt x="6631" y="740"/>
                    <a:pt x="6642" y="700"/>
                    <a:pt x="6613" y="660"/>
                  </a:cubicBezTo>
                  <a:cubicBezTo>
                    <a:pt x="6596" y="636"/>
                    <a:pt x="6589" y="609"/>
                    <a:pt x="6555" y="607"/>
                  </a:cubicBezTo>
                  <a:cubicBezTo>
                    <a:pt x="6545" y="606"/>
                    <a:pt x="6543" y="600"/>
                    <a:pt x="6542" y="593"/>
                  </a:cubicBezTo>
                  <a:cubicBezTo>
                    <a:pt x="6540" y="586"/>
                    <a:pt x="6542" y="577"/>
                    <a:pt x="6550" y="577"/>
                  </a:cubicBezTo>
                  <a:cubicBezTo>
                    <a:pt x="6550" y="577"/>
                    <a:pt x="6550" y="578"/>
                    <a:pt x="6551" y="578"/>
                  </a:cubicBezTo>
                  <a:cubicBezTo>
                    <a:pt x="6552" y="578"/>
                    <a:pt x="6552" y="578"/>
                    <a:pt x="6553" y="578"/>
                  </a:cubicBezTo>
                  <a:cubicBezTo>
                    <a:pt x="6570" y="578"/>
                    <a:pt x="6585" y="570"/>
                    <a:pt x="6602" y="570"/>
                  </a:cubicBezTo>
                  <a:cubicBezTo>
                    <a:pt x="6609" y="570"/>
                    <a:pt x="6616" y="571"/>
                    <a:pt x="6623" y="576"/>
                  </a:cubicBezTo>
                  <a:cubicBezTo>
                    <a:pt x="6630" y="579"/>
                    <a:pt x="6636" y="581"/>
                    <a:pt x="6641" y="581"/>
                  </a:cubicBezTo>
                  <a:cubicBezTo>
                    <a:pt x="6652" y="581"/>
                    <a:pt x="6659" y="574"/>
                    <a:pt x="6664" y="559"/>
                  </a:cubicBezTo>
                  <a:cubicBezTo>
                    <a:pt x="6672" y="536"/>
                    <a:pt x="6695" y="525"/>
                    <a:pt x="6712" y="513"/>
                  </a:cubicBezTo>
                  <a:cubicBezTo>
                    <a:pt x="6715" y="512"/>
                    <a:pt x="6719" y="512"/>
                    <a:pt x="6722" y="512"/>
                  </a:cubicBezTo>
                  <a:cubicBezTo>
                    <a:pt x="6726" y="512"/>
                    <a:pt x="6729" y="512"/>
                    <a:pt x="6732" y="512"/>
                  </a:cubicBezTo>
                  <a:cubicBezTo>
                    <a:pt x="6741" y="512"/>
                    <a:pt x="6749" y="510"/>
                    <a:pt x="6751" y="497"/>
                  </a:cubicBezTo>
                  <a:cubicBezTo>
                    <a:pt x="6754" y="475"/>
                    <a:pt x="6733" y="470"/>
                    <a:pt x="6718" y="461"/>
                  </a:cubicBezTo>
                  <a:cubicBezTo>
                    <a:pt x="6712" y="458"/>
                    <a:pt x="6704" y="451"/>
                    <a:pt x="6705" y="447"/>
                  </a:cubicBezTo>
                  <a:cubicBezTo>
                    <a:pt x="6706" y="441"/>
                    <a:pt x="6710" y="440"/>
                    <a:pt x="6715" y="440"/>
                  </a:cubicBezTo>
                  <a:cubicBezTo>
                    <a:pt x="6718" y="440"/>
                    <a:pt x="6722" y="440"/>
                    <a:pt x="6725" y="440"/>
                  </a:cubicBezTo>
                  <a:cubicBezTo>
                    <a:pt x="6758" y="445"/>
                    <a:pt x="6788" y="462"/>
                    <a:pt x="6822" y="462"/>
                  </a:cubicBezTo>
                  <a:cubicBezTo>
                    <a:pt x="6836" y="462"/>
                    <a:pt x="6842" y="460"/>
                    <a:pt x="6847" y="444"/>
                  </a:cubicBezTo>
                  <a:cubicBezTo>
                    <a:pt x="6866" y="391"/>
                    <a:pt x="6830" y="387"/>
                    <a:pt x="6796" y="385"/>
                  </a:cubicBezTo>
                  <a:cubicBezTo>
                    <a:pt x="6752" y="382"/>
                    <a:pt x="6707" y="375"/>
                    <a:pt x="6663" y="363"/>
                  </a:cubicBezTo>
                  <a:cubicBezTo>
                    <a:pt x="6577" y="341"/>
                    <a:pt x="6493" y="308"/>
                    <a:pt x="6404" y="308"/>
                  </a:cubicBezTo>
                  <a:cubicBezTo>
                    <a:pt x="6374" y="308"/>
                    <a:pt x="6344" y="311"/>
                    <a:pt x="6312" y="320"/>
                  </a:cubicBezTo>
                  <a:cubicBezTo>
                    <a:pt x="6303" y="323"/>
                    <a:pt x="6293" y="324"/>
                    <a:pt x="6283" y="324"/>
                  </a:cubicBezTo>
                  <a:cubicBezTo>
                    <a:pt x="6254" y="324"/>
                    <a:pt x="6220" y="316"/>
                    <a:pt x="6190" y="313"/>
                  </a:cubicBezTo>
                  <a:cubicBezTo>
                    <a:pt x="6135" y="306"/>
                    <a:pt x="6084" y="275"/>
                    <a:pt x="6028" y="275"/>
                  </a:cubicBezTo>
                  <a:cubicBezTo>
                    <a:pt x="6021" y="275"/>
                    <a:pt x="6014" y="275"/>
                    <a:pt x="6006" y="277"/>
                  </a:cubicBezTo>
                  <a:cubicBezTo>
                    <a:pt x="5994" y="278"/>
                    <a:pt x="5982" y="280"/>
                    <a:pt x="5970" y="280"/>
                  </a:cubicBezTo>
                  <a:cubicBezTo>
                    <a:pt x="5952" y="280"/>
                    <a:pt x="5935" y="277"/>
                    <a:pt x="5918" y="268"/>
                  </a:cubicBezTo>
                  <a:cubicBezTo>
                    <a:pt x="5853" y="232"/>
                    <a:pt x="5771" y="256"/>
                    <a:pt x="5707" y="213"/>
                  </a:cubicBezTo>
                  <a:cubicBezTo>
                    <a:pt x="5703" y="209"/>
                    <a:pt x="5697" y="207"/>
                    <a:pt x="5690" y="207"/>
                  </a:cubicBezTo>
                  <a:cubicBezTo>
                    <a:pt x="5681" y="207"/>
                    <a:pt x="5672" y="211"/>
                    <a:pt x="5667" y="220"/>
                  </a:cubicBezTo>
                  <a:cubicBezTo>
                    <a:pt x="5655" y="238"/>
                    <a:pt x="5677" y="239"/>
                    <a:pt x="5685" y="247"/>
                  </a:cubicBezTo>
                  <a:cubicBezTo>
                    <a:pt x="5689" y="252"/>
                    <a:pt x="5691" y="259"/>
                    <a:pt x="5689" y="265"/>
                  </a:cubicBezTo>
                  <a:cubicBezTo>
                    <a:pt x="5686" y="271"/>
                    <a:pt x="5642" y="273"/>
                    <a:pt x="5605" y="273"/>
                  </a:cubicBezTo>
                  <a:cubicBezTo>
                    <a:pt x="5577" y="273"/>
                    <a:pt x="5552" y="272"/>
                    <a:pt x="5548" y="269"/>
                  </a:cubicBezTo>
                  <a:cubicBezTo>
                    <a:pt x="5516" y="246"/>
                    <a:pt x="5481" y="228"/>
                    <a:pt x="5443" y="217"/>
                  </a:cubicBezTo>
                  <a:cubicBezTo>
                    <a:pt x="5437" y="216"/>
                    <a:pt x="5432" y="215"/>
                    <a:pt x="5427" y="215"/>
                  </a:cubicBezTo>
                  <a:cubicBezTo>
                    <a:pt x="5403" y="215"/>
                    <a:pt x="5383" y="231"/>
                    <a:pt x="5361" y="231"/>
                  </a:cubicBezTo>
                  <a:cubicBezTo>
                    <a:pt x="5359" y="231"/>
                    <a:pt x="5357" y="230"/>
                    <a:pt x="5355" y="230"/>
                  </a:cubicBezTo>
                  <a:cubicBezTo>
                    <a:pt x="5285" y="220"/>
                    <a:pt x="5214" y="233"/>
                    <a:pt x="5151" y="174"/>
                  </a:cubicBezTo>
                  <a:cubicBezTo>
                    <a:pt x="5114" y="139"/>
                    <a:pt x="5063" y="136"/>
                    <a:pt x="5012" y="136"/>
                  </a:cubicBezTo>
                  <a:cubicBezTo>
                    <a:pt x="4999" y="136"/>
                    <a:pt x="4986" y="136"/>
                    <a:pt x="4973" y="136"/>
                  </a:cubicBezTo>
                  <a:cubicBezTo>
                    <a:pt x="4959" y="136"/>
                    <a:pt x="4945" y="136"/>
                    <a:pt x="4932" y="135"/>
                  </a:cubicBezTo>
                  <a:cubicBezTo>
                    <a:pt x="4931" y="135"/>
                    <a:pt x="4930" y="135"/>
                    <a:pt x="4930" y="135"/>
                  </a:cubicBezTo>
                  <a:moveTo>
                    <a:pt x="6457" y="2610"/>
                  </a:moveTo>
                  <a:cubicBezTo>
                    <a:pt x="6444" y="2610"/>
                    <a:pt x="6441" y="2619"/>
                    <a:pt x="6442" y="2630"/>
                  </a:cubicBezTo>
                  <a:cubicBezTo>
                    <a:pt x="6444" y="2663"/>
                    <a:pt x="6450" y="2698"/>
                    <a:pt x="6451" y="2731"/>
                  </a:cubicBezTo>
                  <a:cubicBezTo>
                    <a:pt x="6451" y="2753"/>
                    <a:pt x="6465" y="2789"/>
                    <a:pt x="6442" y="2794"/>
                  </a:cubicBezTo>
                  <a:cubicBezTo>
                    <a:pt x="6439" y="2794"/>
                    <a:pt x="6436" y="2794"/>
                    <a:pt x="6433" y="2794"/>
                  </a:cubicBezTo>
                  <a:cubicBezTo>
                    <a:pt x="6386" y="2794"/>
                    <a:pt x="6330" y="2734"/>
                    <a:pt x="6338" y="2692"/>
                  </a:cubicBezTo>
                  <a:cubicBezTo>
                    <a:pt x="6343" y="2667"/>
                    <a:pt x="6333" y="2643"/>
                    <a:pt x="6300" y="2643"/>
                  </a:cubicBezTo>
                  <a:cubicBezTo>
                    <a:pt x="6298" y="2643"/>
                    <a:pt x="6297" y="2643"/>
                    <a:pt x="6295" y="2643"/>
                  </a:cubicBezTo>
                  <a:cubicBezTo>
                    <a:pt x="6294" y="2643"/>
                    <a:pt x="6293" y="2643"/>
                    <a:pt x="6291" y="2643"/>
                  </a:cubicBezTo>
                  <a:cubicBezTo>
                    <a:pt x="6268" y="2643"/>
                    <a:pt x="6240" y="2628"/>
                    <a:pt x="6215" y="2628"/>
                  </a:cubicBezTo>
                  <a:cubicBezTo>
                    <a:pt x="6200" y="2628"/>
                    <a:pt x="6186" y="2634"/>
                    <a:pt x="6176" y="2651"/>
                  </a:cubicBezTo>
                  <a:cubicBezTo>
                    <a:pt x="6163" y="2670"/>
                    <a:pt x="6129" y="2681"/>
                    <a:pt x="6126" y="2712"/>
                  </a:cubicBezTo>
                  <a:cubicBezTo>
                    <a:pt x="6125" y="2722"/>
                    <a:pt x="6125" y="2726"/>
                    <a:pt x="6121" y="2726"/>
                  </a:cubicBezTo>
                  <a:cubicBezTo>
                    <a:pt x="6118" y="2726"/>
                    <a:pt x="6114" y="2723"/>
                    <a:pt x="6105" y="2718"/>
                  </a:cubicBezTo>
                  <a:cubicBezTo>
                    <a:pt x="6089" y="2707"/>
                    <a:pt x="6073" y="2701"/>
                    <a:pt x="6060" y="2701"/>
                  </a:cubicBezTo>
                  <a:cubicBezTo>
                    <a:pt x="6046" y="2701"/>
                    <a:pt x="6035" y="2708"/>
                    <a:pt x="6030" y="2724"/>
                  </a:cubicBezTo>
                  <a:cubicBezTo>
                    <a:pt x="6014" y="2770"/>
                    <a:pt x="5962" y="2792"/>
                    <a:pt x="5959" y="2847"/>
                  </a:cubicBezTo>
                  <a:cubicBezTo>
                    <a:pt x="5959" y="2867"/>
                    <a:pt x="5942" y="2879"/>
                    <a:pt x="5920" y="2885"/>
                  </a:cubicBezTo>
                  <a:cubicBezTo>
                    <a:pt x="5885" y="2896"/>
                    <a:pt x="5851" y="2910"/>
                    <a:pt x="5817" y="2923"/>
                  </a:cubicBezTo>
                  <a:cubicBezTo>
                    <a:pt x="5766" y="2943"/>
                    <a:pt x="5741" y="3038"/>
                    <a:pt x="5780" y="3092"/>
                  </a:cubicBezTo>
                  <a:cubicBezTo>
                    <a:pt x="5813" y="3137"/>
                    <a:pt x="5820" y="3182"/>
                    <a:pt x="5842" y="3227"/>
                  </a:cubicBezTo>
                  <a:cubicBezTo>
                    <a:pt x="5855" y="3252"/>
                    <a:pt x="5853" y="3275"/>
                    <a:pt x="5836" y="3292"/>
                  </a:cubicBezTo>
                  <a:cubicBezTo>
                    <a:pt x="5826" y="3302"/>
                    <a:pt x="5830" y="3314"/>
                    <a:pt x="5846" y="3327"/>
                  </a:cubicBezTo>
                  <a:cubicBezTo>
                    <a:pt x="5868" y="3343"/>
                    <a:pt x="5888" y="3352"/>
                    <a:pt x="5907" y="3352"/>
                  </a:cubicBezTo>
                  <a:cubicBezTo>
                    <a:pt x="5921" y="3352"/>
                    <a:pt x="5933" y="3347"/>
                    <a:pt x="5945" y="3337"/>
                  </a:cubicBezTo>
                  <a:cubicBezTo>
                    <a:pt x="5962" y="3322"/>
                    <a:pt x="5985" y="3313"/>
                    <a:pt x="6009" y="3313"/>
                  </a:cubicBezTo>
                  <a:cubicBezTo>
                    <a:pt x="6015" y="3313"/>
                    <a:pt x="6021" y="3313"/>
                    <a:pt x="6027" y="3314"/>
                  </a:cubicBezTo>
                  <a:cubicBezTo>
                    <a:pt x="6030" y="3315"/>
                    <a:pt x="6034" y="3315"/>
                    <a:pt x="6037" y="3315"/>
                  </a:cubicBezTo>
                  <a:cubicBezTo>
                    <a:pt x="6047" y="3315"/>
                    <a:pt x="6055" y="3312"/>
                    <a:pt x="6062" y="3307"/>
                  </a:cubicBezTo>
                  <a:cubicBezTo>
                    <a:pt x="6110" y="3263"/>
                    <a:pt x="6181" y="3252"/>
                    <a:pt x="6249" y="3238"/>
                  </a:cubicBezTo>
                  <a:cubicBezTo>
                    <a:pt x="6254" y="3237"/>
                    <a:pt x="6260" y="3236"/>
                    <a:pt x="6266" y="3236"/>
                  </a:cubicBezTo>
                  <a:cubicBezTo>
                    <a:pt x="6289" y="3236"/>
                    <a:pt x="6317" y="3247"/>
                    <a:pt x="6333" y="3281"/>
                  </a:cubicBezTo>
                  <a:cubicBezTo>
                    <a:pt x="6341" y="3296"/>
                    <a:pt x="6346" y="3324"/>
                    <a:pt x="6377" y="3324"/>
                  </a:cubicBezTo>
                  <a:cubicBezTo>
                    <a:pt x="6378" y="3324"/>
                    <a:pt x="6379" y="3324"/>
                    <a:pt x="6380" y="3324"/>
                  </a:cubicBezTo>
                  <a:cubicBezTo>
                    <a:pt x="6384" y="3324"/>
                    <a:pt x="6386" y="3320"/>
                    <a:pt x="6390" y="3320"/>
                  </a:cubicBezTo>
                  <a:cubicBezTo>
                    <a:pt x="6392" y="3320"/>
                    <a:pt x="6394" y="3321"/>
                    <a:pt x="6396" y="3324"/>
                  </a:cubicBezTo>
                  <a:cubicBezTo>
                    <a:pt x="6398" y="3327"/>
                    <a:pt x="6394" y="3334"/>
                    <a:pt x="6390" y="3337"/>
                  </a:cubicBezTo>
                  <a:cubicBezTo>
                    <a:pt x="6383" y="3343"/>
                    <a:pt x="6372" y="3348"/>
                    <a:pt x="6382" y="3361"/>
                  </a:cubicBezTo>
                  <a:cubicBezTo>
                    <a:pt x="6388" y="3367"/>
                    <a:pt x="6395" y="3370"/>
                    <a:pt x="6403" y="3372"/>
                  </a:cubicBezTo>
                  <a:cubicBezTo>
                    <a:pt x="6404" y="3372"/>
                    <a:pt x="6406" y="3372"/>
                    <a:pt x="6407" y="3372"/>
                  </a:cubicBezTo>
                  <a:cubicBezTo>
                    <a:pt x="6418" y="3372"/>
                    <a:pt x="6426" y="3366"/>
                    <a:pt x="6428" y="3356"/>
                  </a:cubicBezTo>
                  <a:cubicBezTo>
                    <a:pt x="6428" y="3353"/>
                    <a:pt x="6428" y="3350"/>
                    <a:pt x="6426" y="3346"/>
                  </a:cubicBezTo>
                  <a:cubicBezTo>
                    <a:pt x="6425" y="3342"/>
                    <a:pt x="6425" y="3340"/>
                    <a:pt x="6427" y="3340"/>
                  </a:cubicBezTo>
                  <a:cubicBezTo>
                    <a:pt x="6428" y="3340"/>
                    <a:pt x="6431" y="3343"/>
                    <a:pt x="6434" y="3344"/>
                  </a:cubicBezTo>
                  <a:cubicBezTo>
                    <a:pt x="6446" y="3351"/>
                    <a:pt x="6463" y="3356"/>
                    <a:pt x="6455" y="3373"/>
                  </a:cubicBezTo>
                  <a:cubicBezTo>
                    <a:pt x="6449" y="3385"/>
                    <a:pt x="6454" y="3396"/>
                    <a:pt x="6471" y="3407"/>
                  </a:cubicBezTo>
                  <a:cubicBezTo>
                    <a:pt x="6507" y="3428"/>
                    <a:pt x="6543" y="3435"/>
                    <a:pt x="6575" y="3435"/>
                  </a:cubicBezTo>
                  <a:cubicBezTo>
                    <a:pt x="6591" y="3435"/>
                    <a:pt x="6606" y="3433"/>
                    <a:pt x="6619" y="3431"/>
                  </a:cubicBezTo>
                  <a:cubicBezTo>
                    <a:pt x="6671" y="3424"/>
                    <a:pt x="6737" y="3416"/>
                    <a:pt x="6737" y="3348"/>
                  </a:cubicBezTo>
                  <a:cubicBezTo>
                    <a:pt x="6737" y="3343"/>
                    <a:pt x="6744" y="3339"/>
                    <a:pt x="6745" y="3334"/>
                  </a:cubicBezTo>
                  <a:cubicBezTo>
                    <a:pt x="6756" y="3293"/>
                    <a:pt x="6801" y="3277"/>
                    <a:pt x="6818" y="3243"/>
                  </a:cubicBezTo>
                  <a:cubicBezTo>
                    <a:pt x="6862" y="3156"/>
                    <a:pt x="6866" y="3059"/>
                    <a:pt x="6761" y="2956"/>
                  </a:cubicBezTo>
                  <a:cubicBezTo>
                    <a:pt x="6729" y="2924"/>
                    <a:pt x="6705" y="2880"/>
                    <a:pt x="6662" y="2859"/>
                  </a:cubicBezTo>
                  <a:cubicBezTo>
                    <a:pt x="6616" y="2838"/>
                    <a:pt x="6605" y="2805"/>
                    <a:pt x="6591" y="2773"/>
                  </a:cubicBezTo>
                  <a:cubicBezTo>
                    <a:pt x="6587" y="2752"/>
                    <a:pt x="6578" y="2730"/>
                    <a:pt x="6558" y="2720"/>
                  </a:cubicBezTo>
                  <a:cubicBezTo>
                    <a:pt x="6518" y="2697"/>
                    <a:pt x="6509" y="2663"/>
                    <a:pt x="6487" y="2633"/>
                  </a:cubicBezTo>
                  <a:cubicBezTo>
                    <a:pt x="6479" y="2623"/>
                    <a:pt x="6475" y="2612"/>
                    <a:pt x="6460" y="2610"/>
                  </a:cubicBezTo>
                  <a:cubicBezTo>
                    <a:pt x="6459" y="2610"/>
                    <a:pt x="6458" y="2610"/>
                    <a:pt x="6457" y="2610"/>
                  </a:cubicBezTo>
                  <a:moveTo>
                    <a:pt x="6344" y="2325"/>
                  </a:moveTo>
                  <a:cubicBezTo>
                    <a:pt x="6341" y="2325"/>
                    <a:pt x="6337" y="2325"/>
                    <a:pt x="6333" y="2326"/>
                  </a:cubicBezTo>
                  <a:cubicBezTo>
                    <a:pt x="6313" y="2330"/>
                    <a:pt x="6287" y="2325"/>
                    <a:pt x="6276" y="2348"/>
                  </a:cubicBezTo>
                  <a:cubicBezTo>
                    <a:pt x="6266" y="2371"/>
                    <a:pt x="6290" y="2372"/>
                    <a:pt x="6302" y="2380"/>
                  </a:cubicBezTo>
                  <a:cubicBezTo>
                    <a:pt x="6304" y="2382"/>
                    <a:pt x="6301" y="2389"/>
                    <a:pt x="6303" y="2394"/>
                  </a:cubicBezTo>
                  <a:cubicBezTo>
                    <a:pt x="6311" y="2416"/>
                    <a:pt x="6316" y="2448"/>
                    <a:pt x="6344" y="2448"/>
                  </a:cubicBezTo>
                  <a:cubicBezTo>
                    <a:pt x="6345" y="2448"/>
                    <a:pt x="6345" y="2448"/>
                    <a:pt x="6346" y="2448"/>
                  </a:cubicBezTo>
                  <a:cubicBezTo>
                    <a:pt x="6348" y="2448"/>
                    <a:pt x="6350" y="2448"/>
                    <a:pt x="6352" y="2448"/>
                  </a:cubicBezTo>
                  <a:cubicBezTo>
                    <a:pt x="6386" y="2448"/>
                    <a:pt x="6412" y="2465"/>
                    <a:pt x="6440" y="2478"/>
                  </a:cubicBezTo>
                  <a:cubicBezTo>
                    <a:pt x="6453" y="2484"/>
                    <a:pt x="6471" y="2510"/>
                    <a:pt x="6450" y="2532"/>
                  </a:cubicBezTo>
                  <a:cubicBezTo>
                    <a:pt x="6443" y="2540"/>
                    <a:pt x="6444" y="2550"/>
                    <a:pt x="6448" y="2559"/>
                  </a:cubicBezTo>
                  <a:cubicBezTo>
                    <a:pt x="6452" y="2567"/>
                    <a:pt x="6460" y="2572"/>
                    <a:pt x="6469" y="2572"/>
                  </a:cubicBezTo>
                  <a:cubicBezTo>
                    <a:pt x="6471" y="2572"/>
                    <a:pt x="6473" y="2572"/>
                    <a:pt x="6475" y="2571"/>
                  </a:cubicBezTo>
                  <a:cubicBezTo>
                    <a:pt x="6478" y="2571"/>
                    <a:pt x="6480" y="2571"/>
                    <a:pt x="6482" y="2571"/>
                  </a:cubicBezTo>
                  <a:cubicBezTo>
                    <a:pt x="6491" y="2571"/>
                    <a:pt x="6498" y="2575"/>
                    <a:pt x="6507" y="2580"/>
                  </a:cubicBezTo>
                  <a:cubicBezTo>
                    <a:pt x="6524" y="2592"/>
                    <a:pt x="6545" y="2597"/>
                    <a:pt x="6565" y="2597"/>
                  </a:cubicBezTo>
                  <a:cubicBezTo>
                    <a:pt x="6587" y="2597"/>
                    <a:pt x="6605" y="2590"/>
                    <a:pt x="6611" y="2577"/>
                  </a:cubicBezTo>
                  <a:cubicBezTo>
                    <a:pt x="6615" y="2566"/>
                    <a:pt x="6613" y="2552"/>
                    <a:pt x="6630" y="2552"/>
                  </a:cubicBezTo>
                  <a:cubicBezTo>
                    <a:pt x="6630" y="2552"/>
                    <a:pt x="6631" y="2552"/>
                    <a:pt x="6631" y="2552"/>
                  </a:cubicBezTo>
                  <a:cubicBezTo>
                    <a:pt x="6650" y="2553"/>
                    <a:pt x="6659" y="2565"/>
                    <a:pt x="6661" y="2581"/>
                  </a:cubicBezTo>
                  <a:cubicBezTo>
                    <a:pt x="6666" y="2615"/>
                    <a:pt x="6689" y="2626"/>
                    <a:pt x="6719" y="2627"/>
                  </a:cubicBezTo>
                  <a:cubicBezTo>
                    <a:pt x="6732" y="2627"/>
                    <a:pt x="6749" y="2640"/>
                    <a:pt x="6761" y="2640"/>
                  </a:cubicBezTo>
                  <a:cubicBezTo>
                    <a:pt x="6767" y="2640"/>
                    <a:pt x="6772" y="2637"/>
                    <a:pt x="6776" y="2628"/>
                  </a:cubicBezTo>
                  <a:cubicBezTo>
                    <a:pt x="6785" y="2608"/>
                    <a:pt x="6759" y="2587"/>
                    <a:pt x="6742" y="2571"/>
                  </a:cubicBezTo>
                  <a:cubicBezTo>
                    <a:pt x="6731" y="2561"/>
                    <a:pt x="6711" y="2547"/>
                    <a:pt x="6720" y="2533"/>
                  </a:cubicBezTo>
                  <a:cubicBezTo>
                    <a:pt x="6726" y="2524"/>
                    <a:pt x="6733" y="2506"/>
                    <a:pt x="6750" y="2506"/>
                  </a:cubicBezTo>
                  <a:cubicBezTo>
                    <a:pt x="6755" y="2506"/>
                    <a:pt x="6760" y="2507"/>
                    <a:pt x="6765" y="2510"/>
                  </a:cubicBezTo>
                  <a:cubicBezTo>
                    <a:pt x="6771" y="2512"/>
                    <a:pt x="6776" y="2513"/>
                    <a:pt x="6781" y="2513"/>
                  </a:cubicBezTo>
                  <a:cubicBezTo>
                    <a:pt x="6799" y="2513"/>
                    <a:pt x="6817" y="2501"/>
                    <a:pt x="6832" y="2491"/>
                  </a:cubicBezTo>
                  <a:cubicBezTo>
                    <a:pt x="6849" y="2480"/>
                    <a:pt x="6851" y="2457"/>
                    <a:pt x="6837" y="2442"/>
                  </a:cubicBezTo>
                  <a:cubicBezTo>
                    <a:pt x="6832" y="2436"/>
                    <a:pt x="6827" y="2434"/>
                    <a:pt x="6824" y="2434"/>
                  </a:cubicBezTo>
                  <a:cubicBezTo>
                    <a:pt x="6815" y="2434"/>
                    <a:pt x="6809" y="2445"/>
                    <a:pt x="6802" y="2453"/>
                  </a:cubicBezTo>
                  <a:cubicBezTo>
                    <a:pt x="6797" y="2459"/>
                    <a:pt x="6790" y="2463"/>
                    <a:pt x="6782" y="2463"/>
                  </a:cubicBezTo>
                  <a:cubicBezTo>
                    <a:pt x="6780" y="2464"/>
                    <a:pt x="6779" y="2464"/>
                    <a:pt x="6777" y="2464"/>
                  </a:cubicBezTo>
                  <a:cubicBezTo>
                    <a:pt x="6743" y="2464"/>
                    <a:pt x="6664" y="2439"/>
                    <a:pt x="6633" y="2419"/>
                  </a:cubicBezTo>
                  <a:cubicBezTo>
                    <a:pt x="6624" y="2412"/>
                    <a:pt x="6615" y="2408"/>
                    <a:pt x="6604" y="2404"/>
                  </a:cubicBezTo>
                  <a:cubicBezTo>
                    <a:pt x="6571" y="2392"/>
                    <a:pt x="6534" y="2387"/>
                    <a:pt x="6504" y="2369"/>
                  </a:cubicBezTo>
                  <a:cubicBezTo>
                    <a:pt x="6490" y="2361"/>
                    <a:pt x="6478" y="2358"/>
                    <a:pt x="6467" y="2358"/>
                  </a:cubicBezTo>
                  <a:cubicBezTo>
                    <a:pt x="6447" y="2358"/>
                    <a:pt x="6431" y="2370"/>
                    <a:pt x="6416" y="2386"/>
                  </a:cubicBezTo>
                  <a:cubicBezTo>
                    <a:pt x="6406" y="2397"/>
                    <a:pt x="6400" y="2402"/>
                    <a:pt x="6395" y="2402"/>
                  </a:cubicBezTo>
                  <a:cubicBezTo>
                    <a:pt x="6387" y="2402"/>
                    <a:pt x="6384" y="2390"/>
                    <a:pt x="6379" y="2376"/>
                  </a:cubicBezTo>
                  <a:cubicBezTo>
                    <a:pt x="6373" y="2355"/>
                    <a:pt x="6375" y="2325"/>
                    <a:pt x="6344" y="2325"/>
                  </a:cubicBezTo>
                  <a:moveTo>
                    <a:pt x="5932" y="2115"/>
                  </a:moveTo>
                  <a:cubicBezTo>
                    <a:pt x="5919" y="2115"/>
                    <a:pt x="5910" y="2130"/>
                    <a:pt x="5906" y="2142"/>
                  </a:cubicBezTo>
                  <a:cubicBezTo>
                    <a:pt x="5890" y="2179"/>
                    <a:pt x="5854" y="2198"/>
                    <a:pt x="5827" y="2225"/>
                  </a:cubicBezTo>
                  <a:cubicBezTo>
                    <a:pt x="5816" y="2236"/>
                    <a:pt x="5795" y="2256"/>
                    <a:pt x="5781" y="2256"/>
                  </a:cubicBezTo>
                  <a:cubicBezTo>
                    <a:pt x="5779" y="2256"/>
                    <a:pt x="5778" y="2256"/>
                    <a:pt x="5777" y="2255"/>
                  </a:cubicBezTo>
                  <a:cubicBezTo>
                    <a:pt x="5770" y="2254"/>
                    <a:pt x="5765" y="2253"/>
                    <a:pt x="5760" y="2253"/>
                  </a:cubicBezTo>
                  <a:cubicBezTo>
                    <a:pt x="5730" y="2253"/>
                    <a:pt x="5731" y="2279"/>
                    <a:pt x="5727" y="2299"/>
                  </a:cubicBezTo>
                  <a:cubicBezTo>
                    <a:pt x="5726" y="2347"/>
                    <a:pt x="5767" y="2399"/>
                    <a:pt x="5808" y="2414"/>
                  </a:cubicBezTo>
                  <a:cubicBezTo>
                    <a:pt x="5818" y="2418"/>
                    <a:pt x="5827" y="2418"/>
                    <a:pt x="5837" y="2418"/>
                  </a:cubicBezTo>
                  <a:cubicBezTo>
                    <a:pt x="5839" y="2418"/>
                    <a:pt x="5842" y="2418"/>
                    <a:pt x="5844" y="2418"/>
                  </a:cubicBezTo>
                  <a:cubicBezTo>
                    <a:pt x="5853" y="2418"/>
                    <a:pt x="5861" y="2418"/>
                    <a:pt x="5869" y="2422"/>
                  </a:cubicBezTo>
                  <a:cubicBezTo>
                    <a:pt x="5881" y="2427"/>
                    <a:pt x="5891" y="2430"/>
                    <a:pt x="5900" y="2430"/>
                  </a:cubicBezTo>
                  <a:cubicBezTo>
                    <a:pt x="5920" y="2430"/>
                    <a:pt x="5930" y="2415"/>
                    <a:pt x="5937" y="2384"/>
                  </a:cubicBezTo>
                  <a:cubicBezTo>
                    <a:pt x="5942" y="2356"/>
                    <a:pt x="5955" y="2318"/>
                    <a:pt x="5977" y="2307"/>
                  </a:cubicBezTo>
                  <a:cubicBezTo>
                    <a:pt x="6010" y="2290"/>
                    <a:pt x="5993" y="2280"/>
                    <a:pt x="5984" y="2263"/>
                  </a:cubicBezTo>
                  <a:cubicBezTo>
                    <a:pt x="5973" y="2241"/>
                    <a:pt x="5948" y="2220"/>
                    <a:pt x="5980" y="2193"/>
                  </a:cubicBezTo>
                  <a:cubicBezTo>
                    <a:pt x="5989" y="2186"/>
                    <a:pt x="6011" y="2179"/>
                    <a:pt x="6000" y="2162"/>
                  </a:cubicBezTo>
                  <a:cubicBezTo>
                    <a:pt x="5985" y="2141"/>
                    <a:pt x="5963" y="2122"/>
                    <a:pt x="5937" y="2115"/>
                  </a:cubicBezTo>
                  <a:cubicBezTo>
                    <a:pt x="5935" y="2115"/>
                    <a:pt x="5933" y="2115"/>
                    <a:pt x="5932" y="2115"/>
                  </a:cubicBezTo>
                  <a:moveTo>
                    <a:pt x="5557" y="2260"/>
                  </a:moveTo>
                  <a:lnTo>
                    <a:pt x="5557" y="2260"/>
                  </a:lnTo>
                  <a:cubicBezTo>
                    <a:pt x="5558" y="2260"/>
                    <a:pt x="5558" y="2260"/>
                    <a:pt x="5558" y="2261"/>
                  </a:cubicBezTo>
                  <a:lnTo>
                    <a:pt x="5558" y="2261"/>
                  </a:lnTo>
                  <a:cubicBezTo>
                    <a:pt x="5558" y="2261"/>
                    <a:pt x="5558" y="2261"/>
                    <a:pt x="5558" y="2261"/>
                  </a:cubicBezTo>
                  <a:lnTo>
                    <a:pt x="5557" y="2260"/>
                  </a:lnTo>
                  <a:close/>
                  <a:moveTo>
                    <a:pt x="5397" y="2145"/>
                  </a:moveTo>
                  <a:cubicBezTo>
                    <a:pt x="5389" y="2145"/>
                    <a:pt x="5382" y="2147"/>
                    <a:pt x="5376" y="2152"/>
                  </a:cubicBezTo>
                  <a:cubicBezTo>
                    <a:pt x="5366" y="2162"/>
                    <a:pt x="5372" y="2173"/>
                    <a:pt x="5380" y="2180"/>
                  </a:cubicBezTo>
                  <a:cubicBezTo>
                    <a:pt x="5413" y="2209"/>
                    <a:pt x="5441" y="2242"/>
                    <a:pt x="5465" y="2278"/>
                  </a:cubicBezTo>
                  <a:cubicBezTo>
                    <a:pt x="5517" y="2353"/>
                    <a:pt x="5544" y="2448"/>
                    <a:pt x="5639" y="2487"/>
                  </a:cubicBezTo>
                  <a:cubicBezTo>
                    <a:pt x="5640" y="2487"/>
                    <a:pt x="5641" y="2489"/>
                    <a:pt x="5641" y="2491"/>
                  </a:cubicBezTo>
                  <a:cubicBezTo>
                    <a:pt x="5622" y="2536"/>
                    <a:pt x="5662" y="2533"/>
                    <a:pt x="5685" y="2540"/>
                  </a:cubicBezTo>
                  <a:cubicBezTo>
                    <a:pt x="5748" y="2557"/>
                    <a:pt x="5812" y="2569"/>
                    <a:pt x="5877" y="2575"/>
                  </a:cubicBezTo>
                  <a:cubicBezTo>
                    <a:pt x="5885" y="2576"/>
                    <a:pt x="5894" y="2580"/>
                    <a:pt x="5901" y="2580"/>
                  </a:cubicBezTo>
                  <a:cubicBezTo>
                    <a:pt x="5908" y="2580"/>
                    <a:pt x="5913" y="2576"/>
                    <a:pt x="5916" y="2565"/>
                  </a:cubicBezTo>
                  <a:cubicBezTo>
                    <a:pt x="5921" y="2544"/>
                    <a:pt x="5900" y="2539"/>
                    <a:pt x="5886" y="2530"/>
                  </a:cubicBezTo>
                  <a:cubicBezTo>
                    <a:pt x="5830" y="2496"/>
                    <a:pt x="5763" y="2507"/>
                    <a:pt x="5704" y="2484"/>
                  </a:cubicBezTo>
                  <a:cubicBezTo>
                    <a:pt x="5701" y="2483"/>
                    <a:pt x="5698" y="2483"/>
                    <a:pt x="5695" y="2483"/>
                  </a:cubicBezTo>
                  <a:cubicBezTo>
                    <a:pt x="5692" y="2483"/>
                    <a:pt x="5688" y="2483"/>
                    <a:pt x="5685" y="2483"/>
                  </a:cubicBezTo>
                  <a:cubicBezTo>
                    <a:pt x="5677" y="2483"/>
                    <a:pt x="5671" y="2482"/>
                    <a:pt x="5670" y="2473"/>
                  </a:cubicBezTo>
                  <a:cubicBezTo>
                    <a:pt x="5667" y="2453"/>
                    <a:pt x="5663" y="2430"/>
                    <a:pt x="5684" y="2414"/>
                  </a:cubicBezTo>
                  <a:cubicBezTo>
                    <a:pt x="5698" y="2402"/>
                    <a:pt x="5694" y="2393"/>
                    <a:pt x="5685" y="2378"/>
                  </a:cubicBezTo>
                  <a:cubicBezTo>
                    <a:pt x="5671" y="2352"/>
                    <a:pt x="5631" y="2361"/>
                    <a:pt x="5624" y="2343"/>
                  </a:cubicBezTo>
                  <a:cubicBezTo>
                    <a:pt x="5610" y="2306"/>
                    <a:pt x="5580" y="2287"/>
                    <a:pt x="5558" y="2261"/>
                  </a:cubicBezTo>
                  <a:lnTo>
                    <a:pt x="5558" y="2261"/>
                  </a:lnTo>
                  <a:cubicBezTo>
                    <a:pt x="5545" y="2250"/>
                    <a:pt x="5533" y="2239"/>
                    <a:pt x="5519" y="2229"/>
                  </a:cubicBezTo>
                  <a:cubicBezTo>
                    <a:pt x="5483" y="2202"/>
                    <a:pt x="5460" y="2158"/>
                    <a:pt x="5411" y="2146"/>
                  </a:cubicBezTo>
                  <a:cubicBezTo>
                    <a:pt x="5406" y="2145"/>
                    <a:pt x="5401" y="2145"/>
                    <a:pt x="5397" y="2145"/>
                  </a:cubicBezTo>
                  <a:moveTo>
                    <a:pt x="4397" y="2610"/>
                  </a:moveTo>
                  <a:cubicBezTo>
                    <a:pt x="4385" y="2610"/>
                    <a:pt x="4380" y="2619"/>
                    <a:pt x="4374" y="2629"/>
                  </a:cubicBezTo>
                  <a:cubicBezTo>
                    <a:pt x="4353" y="2666"/>
                    <a:pt x="4336" y="2707"/>
                    <a:pt x="4286" y="2717"/>
                  </a:cubicBezTo>
                  <a:cubicBezTo>
                    <a:pt x="4266" y="2721"/>
                    <a:pt x="4255" y="2735"/>
                    <a:pt x="4251" y="2756"/>
                  </a:cubicBezTo>
                  <a:cubicBezTo>
                    <a:pt x="4243" y="2804"/>
                    <a:pt x="4248" y="2852"/>
                    <a:pt x="4220" y="2898"/>
                  </a:cubicBezTo>
                  <a:cubicBezTo>
                    <a:pt x="4196" y="2940"/>
                    <a:pt x="4240" y="3014"/>
                    <a:pt x="4277" y="3014"/>
                  </a:cubicBezTo>
                  <a:cubicBezTo>
                    <a:pt x="4278" y="3015"/>
                    <a:pt x="4280" y="3015"/>
                    <a:pt x="4281" y="3015"/>
                  </a:cubicBezTo>
                  <a:cubicBezTo>
                    <a:pt x="4318" y="3015"/>
                    <a:pt x="4335" y="2989"/>
                    <a:pt x="4341" y="2960"/>
                  </a:cubicBezTo>
                  <a:cubicBezTo>
                    <a:pt x="4355" y="2893"/>
                    <a:pt x="4381" y="2832"/>
                    <a:pt x="4407" y="2770"/>
                  </a:cubicBezTo>
                  <a:cubicBezTo>
                    <a:pt x="4427" y="2722"/>
                    <a:pt x="4436" y="2677"/>
                    <a:pt x="4412" y="2630"/>
                  </a:cubicBezTo>
                  <a:cubicBezTo>
                    <a:pt x="4408" y="2622"/>
                    <a:pt x="4410" y="2610"/>
                    <a:pt x="4397" y="2610"/>
                  </a:cubicBezTo>
                  <a:moveTo>
                    <a:pt x="6390" y="960"/>
                  </a:moveTo>
                  <a:cubicBezTo>
                    <a:pt x="6384" y="960"/>
                    <a:pt x="6379" y="961"/>
                    <a:pt x="6381" y="965"/>
                  </a:cubicBezTo>
                  <a:cubicBezTo>
                    <a:pt x="6394" y="1001"/>
                    <a:pt x="6367" y="1046"/>
                    <a:pt x="6403" y="1072"/>
                  </a:cubicBezTo>
                  <a:cubicBezTo>
                    <a:pt x="6434" y="1094"/>
                    <a:pt x="6430" y="1126"/>
                    <a:pt x="6440" y="1152"/>
                  </a:cubicBezTo>
                  <a:cubicBezTo>
                    <a:pt x="6438" y="1166"/>
                    <a:pt x="6438" y="1187"/>
                    <a:pt x="6428" y="1187"/>
                  </a:cubicBezTo>
                  <a:cubicBezTo>
                    <a:pt x="6427" y="1187"/>
                    <a:pt x="6426" y="1187"/>
                    <a:pt x="6424" y="1186"/>
                  </a:cubicBezTo>
                  <a:cubicBezTo>
                    <a:pt x="6418" y="1184"/>
                    <a:pt x="6413" y="1182"/>
                    <a:pt x="6409" y="1182"/>
                  </a:cubicBezTo>
                  <a:cubicBezTo>
                    <a:pt x="6395" y="1182"/>
                    <a:pt x="6393" y="1195"/>
                    <a:pt x="6392" y="1207"/>
                  </a:cubicBezTo>
                  <a:cubicBezTo>
                    <a:pt x="6390" y="1224"/>
                    <a:pt x="6382" y="1230"/>
                    <a:pt x="6368" y="1233"/>
                  </a:cubicBezTo>
                  <a:cubicBezTo>
                    <a:pt x="6284" y="1252"/>
                    <a:pt x="6266" y="1292"/>
                    <a:pt x="6308" y="1362"/>
                  </a:cubicBezTo>
                  <a:cubicBezTo>
                    <a:pt x="6312" y="1369"/>
                    <a:pt x="6315" y="1380"/>
                    <a:pt x="6325" y="1380"/>
                  </a:cubicBezTo>
                  <a:cubicBezTo>
                    <a:pt x="6326" y="1380"/>
                    <a:pt x="6327" y="1379"/>
                    <a:pt x="6328" y="1379"/>
                  </a:cubicBezTo>
                  <a:cubicBezTo>
                    <a:pt x="6342" y="1377"/>
                    <a:pt x="6346" y="1367"/>
                    <a:pt x="6349" y="1355"/>
                  </a:cubicBezTo>
                  <a:cubicBezTo>
                    <a:pt x="6352" y="1342"/>
                    <a:pt x="6349" y="1331"/>
                    <a:pt x="6367" y="1325"/>
                  </a:cubicBezTo>
                  <a:cubicBezTo>
                    <a:pt x="6408" y="1310"/>
                    <a:pt x="6449" y="1291"/>
                    <a:pt x="6490" y="1275"/>
                  </a:cubicBezTo>
                  <a:cubicBezTo>
                    <a:pt x="6500" y="1271"/>
                    <a:pt x="6509" y="1267"/>
                    <a:pt x="6513" y="1256"/>
                  </a:cubicBezTo>
                  <a:cubicBezTo>
                    <a:pt x="6526" y="1218"/>
                    <a:pt x="6490" y="1104"/>
                    <a:pt x="6458" y="1078"/>
                  </a:cubicBezTo>
                  <a:cubicBezTo>
                    <a:pt x="6452" y="1073"/>
                    <a:pt x="6438" y="1074"/>
                    <a:pt x="6443" y="1063"/>
                  </a:cubicBezTo>
                  <a:cubicBezTo>
                    <a:pt x="6445" y="1060"/>
                    <a:pt x="6447" y="1059"/>
                    <a:pt x="6449" y="1059"/>
                  </a:cubicBezTo>
                  <a:cubicBezTo>
                    <a:pt x="6454" y="1059"/>
                    <a:pt x="6461" y="1064"/>
                    <a:pt x="6466" y="1064"/>
                  </a:cubicBezTo>
                  <a:cubicBezTo>
                    <a:pt x="6467" y="1064"/>
                    <a:pt x="6468" y="1064"/>
                    <a:pt x="6469" y="1064"/>
                  </a:cubicBezTo>
                  <a:cubicBezTo>
                    <a:pt x="6493" y="1064"/>
                    <a:pt x="6516" y="1051"/>
                    <a:pt x="6525" y="1033"/>
                  </a:cubicBezTo>
                  <a:cubicBezTo>
                    <a:pt x="6536" y="1013"/>
                    <a:pt x="6510" y="1001"/>
                    <a:pt x="6493" y="999"/>
                  </a:cubicBezTo>
                  <a:cubicBezTo>
                    <a:pt x="6463" y="996"/>
                    <a:pt x="6441" y="979"/>
                    <a:pt x="6416" y="966"/>
                  </a:cubicBezTo>
                  <a:cubicBezTo>
                    <a:pt x="6410" y="962"/>
                    <a:pt x="6398" y="960"/>
                    <a:pt x="6390" y="960"/>
                  </a:cubicBezTo>
                  <a:moveTo>
                    <a:pt x="7132" y="3315"/>
                  </a:moveTo>
                  <a:cubicBezTo>
                    <a:pt x="7130" y="3315"/>
                    <a:pt x="7128" y="3315"/>
                    <a:pt x="7125" y="3315"/>
                  </a:cubicBezTo>
                  <a:cubicBezTo>
                    <a:pt x="7107" y="3319"/>
                    <a:pt x="7109" y="3334"/>
                    <a:pt x="7112" y="3347"/>
                  </a:cubicBezTo>
                  <a:cubicBezTo>
                    <a:pt x="7122" y="3387"/>
                    <a:pt x="7112" y="3417"/>
                    <a:pt x="7075" y="3438"/>
                  </a:cubicBezTo>
                  <a:cubicBezTo>
                    <a:pt x="7064" y="3444"/>
                    <a:pt x="7059" y="3453"/>
                    <a:pt x="7065" y="3467"/>
                  </a:cubicBezTo>
                  <a:cubicBezTo>
                    <a:pt x="7072" y="3482"/>
                    <a:pt x="7059" y="3487"/>
                    <a:pt x="7051" y="3495"/>
                  </a:cubicBezTo>
                  <a:cubicBezTo>
                    <a:pt x="7048" y="3497"/>
                    <a:pt x="7046" y="3498"/>
                    <a:pt x="7043" y="3498"/>
                  </a:cubicBezTo>
                  <a:cubicBezTo>
                    <a:pt x="7039" y="3498"/>
                    <a:pt x="7035" y="3496"/>
                    <a:pt x="7033" y="3492"/>
                  </a:cubicBezTo>
                  <a:cubicBezTo>
                    <a:pt x="7026" y="3482"/>
                    <a:pt x="7020" y="3479"/>
                    <a:pt x="7013" y="3479"/>
                  </a:cubicBezTo>
                  <a:cubicBezTo>
                    <a:pt x="7005" y="3479"/>
                    <a:pt x="6996" y="3485"/>
                    <a:pt x="6987" y="3492"/>
                  </a:cubicBezTo>
                  <a:cubicBezTo>
                    <a:pt x="6956" y="3515"/>
                    <a:pt x="6931" y="3548"/>
                    <a:pt x="6892" y="3559"/>
                  </a:cubicBezTo>
                  <a:cubicBezTo>
                    <a:pt x="6841" y="3574"/>
                    <a:pt x="6800" y="3608"/>
                    <a:pt x="6752" y="3629"/>
                  </a:cubicBezTo>
                  <a:cubicBezTo>
                    <a:pt x="6737" y="3635"/>
                    <a:pt x="6731" y="3650"/>
                    <a:pt x="6749" y="3659"/>
                  </a:cubicBezTo>
                  <a:cubicBezTo>
                    <a:pt x="6763" y="3667"/>
                    <a:pt x="6780" y="3670"/>
                    <a:pt x="6798" y="3675"/>
                  </a:cubicBezTo>
                  <a:cubicBezTo>
                    <a:pt x="6829" y="3666"/>
                    <a:pt x="6857" y="3651"/>
                    <a:pt x="6882" y="3630"/>
                  </a:cubicBezTo>
                  <a:cubicBezTo>
                    <a:pt x="6931" y="3587"/>
                    <a:pt x="6990" y="3554"/>
                    <a:pt x="7047" y="3530"/>
                  </a:cubicBezTo>
                  <a:cubicBezTo>
                    <a:pt x="7099" y="3508"/>
                    <a:pt x="7136" y="3468"/>
                    <a:pt x="7187" y="3447"/>
                  </a:cubicBezTo>
                  <a:cubicBezTo>
                    <a:pt x="7199" y="3441"/>
                    <a:pt x="7211" y="3427"/>
                    <a:pt x="7207" y="3412"/>
                  </a:cubicBezTo>
                  <a:cubicBezTo>
                    <a:pt x="7205" y="3404"/>
                    <a:pt x="7202" y="3402"/>
                    <a:pt x="7198" y="3402"/>
                  </a:cubicBezTo>
                  <a:cubicBezTo>
                    <a:pt x="7192" y="3402"/>
                    <a:pt x="7185" y="3406"/>
                    <a:pt x="7179" y="3408"/>
                  </a:cubicBezTo>
                  <a:cubicBezTo>
                    <a:pt x="7178" y="3408"/>
                    <a:pt x="7178" y="3408"/>
                    <a:pt x="7177" y="3408"/>
                  </a:cubicBezTo>
                  <a:cubicBezTo>
                    <a:pt x="7171" y="3408"/>
                    <a:pt x="7167" y="3405"/>
                    <a:pt x="7169" y="3400"/>
                  </a:cubicBezTo>
                  <a:cubicBezTo>
                    <a:pt x="7176" y="3376"/>
                    <a:pt x="7156" y="3360"/>
                    <a:pt x="7155" y="3339"/>
                  </a:cubicBezTo>
                  <a:cubicBezTo>
                    <a:pt x="7154" y="3326"/>
                    <a:pt x="7146" y="3315"/>
                    <a:pt x="7132" y="3315"/>
                  </a:cubicBezTo>
                  <a:moveTo>
                    <a:pt x="6309" y="1976"/>
                  </a:moveTo>
                  <a:cubicBezTo>
                    <a:pt x="6304" y="1991"/>
                    <a:pt x="6302" y="2007"/>
                    <a:pt x="6283" y="2011"/>
                  </a:cubicBezTo>
                  <a:cubicBezTo>
                    <a:pt x="6283" y="2011"/>
                    <a:pt x="6283" y="2011"/>
                    <a:pt x="6283" y="2011"/>
                  </a:cubicBezTo>
                  <a:cubicBezTo>
                    <a:pt x="6279" y="2011"/>
                    <a:pt x="6274" y="2006"/>
                    <a:pt x="6274" y="2005"/>
                  </a:cubicBezTo>
                  <a:cubicBezTo>
                    <a:pt x="6275" y="1984"/>
                    <a:pt x="6293" y="1981"/>
                    <a:pt x="6309" y="1976"/>
                  </a:cubicBezTo>
                  <a:moveTo>
                    <a:pt x="6191" y="1725"/>
                  </a:moveTo>
                  <a:cubicBezTo>
                    <a:pt x="6184" y="1725"/>
                    <a:pt x="6175" y="1727"/>
                    <a:pt x="6167" y="1727"/>
                  </a:cubicBezTo>
                  <a:cubicBezTo>
                    <a:pt x="6166" y="1727"/>
                    <a:pt x="6166" y="1727"/>
                    <a:pt x="6165" y="1727"/>
                  </a:cubicBezTo>
                  <a:cubicBezTo>
                    <a:pt x="6164" y="1727"/>
                    <a:pt x="6164" y="1727"/>
                    <a:pt x="6164" y="1727"/>
                  </a:cubicBezTo>
                  <a:cubicBezTo>
                    <a:pt x="6154" y="1727"/>
                    <a:pt x="6144" y="1739"/>
                    <a:pt x="6147" y="1747"/>
                  </a:cubicBezTo>
                  <a:cubicBezTo>
                    <a:pt x="6163" y="1782"/>
                    <a:pt x="6131" y="1825"/>
                    <a:pt x="6166" y="1858"/>
                  </a:cubicBezTo>
                  <a:cubicBezTo>
                    <a:pt x="6170" y="1862"/>
                    <a:pt x="6166" y="1875"/>
                    <a:pt x="6170" y="1882"/>
                  </a:cubicBezTo>
                  <a:cubicBezTo>
                    <a:pt x="6178" y="1895"/>
                    <a:pt x="6181" y="1924"/>
                    <a:pt x="6195" y="1924"/>
                  </a:cubicBezTo>
                  <a:cubicBezTo>
                    <a:pt x="6198" y="1924"/>
                    <a:pt x="6202" y="1923"/>
                    <a:pt x="6206" y="1920"/>
                  </a:cubicBezTo>
                  <a:cubicBezTo>
                    <a:pt x="6217" y="1912"/>
                    <a:pt x="6225" y="1909"/>
                    <a:pt x="6233" y="1909"/>
                  </a:cubicBezTo>
                  <a:cubicBezTo>
                    <a:pt x="6243" y="1909"/>
                    <a:pt x="6251" y="1914"/>
                    <a:pt x="6262" y="1919"/>
                  </a:cubicBezTo>
                  <a:cubicBezTo>
                    <a:pt x="6269" y="1922"/>
                    <a:pt x="6276" y="1923"/>
                    <a:pt x="6277" y="1931"/>
                  </a:cubicBezTo>
                  <a:cubicBezTo>
                    <a:pt x="6277" y="1934"/>
                    <a:pt x="6274" y="1937"/>
                    <a:pt x="6272" y="1940"/>
                  </a:cubicBezTo>
                  <a:cubicBezTo>
                    <a:pt x="6267" y="1936"/>
                    <a:pt x="6262" y="1933"/>
                    <a:pt x="6257" y="1930"/>
                  </a:cubicBezTo>
                  <a:cubicBezTo>
                    <a:pt x="6251" y="1923"/>
                    <a:pt x="6243" y="1920"/>
                    <a:pt x="6234" y="1920"/>
                  </a:cubicBezTo>
                  <a:cubicBezTo>
                    <a:pt x="6231" y="1920"/>
                    <a:pt x="6228" y="1921"/>
                    <a:pt x="6225" y="1922"/>
                  </a:cubicBezTo>
                  <a:cubicBezTo>
                    <a:pt x="6210" y="1926"/>
                    <a:pt x="6215" y="1939"/>
                    <a:pt x="6215" y="1948"/>
                  </a:cubicBezTo>
                  <a:cubicBezTo>
                    <a:pt x="6213" y="1978"/>
                    <a:pt x="6252" y="2010"/>
                    <a:pt x="6249" y="2013"/>
                  </a:cubicBezTo>
                  <a:cubicBezTo>
                    <a:pt x="6209" y="2058"/>
                    <a:pt x="6240" y="2058"/>
                    <a:pt x="6275" y="2072"/>
                  </a:cubicBezTo>
                  <a:cubicBezTo>
                    <a:pt x="6286" y="2077"/>
                    <a:pt x="6296" y="2110"/>
                    <a:pt x="6321" y="2114"/>
                  </a:cubicBezTo>
                  <a:cubicBezTo>
                    <a:pt x="6323" y="2114"/>
                    <a:pt x="6325" y="2115"/>
                    <a:pt x="6326" y="2115"/>
                  </a:cubicBezTo>
                  <a:cubicBezTo>
                    <a:pt x="6349" y="2115"/>
                    <a:pt x="6345" y="2088"/>
                    <a:pt x="6353" y="2076"/>
                  </a:cubicBezTo>
                  <a:cubicBezTo>
                    <a:pt x="6371" y="2046"/>
                    <a:pt x="6351" y="2016"/>
                    <a:pt x="6340" y="1988"/>
                  </a:cubicBezTo>
                  <a:cubicBezTo>
                    <a:pt x="6336" y="1979"/>
                    <a:pt x="6329" y="1973"/>
                    <a:pt x="6320" y="1973"/>
                  </a:cubicBezTo>
                  <a:cubicBezTo>
                    <a:pt x="6317" y="1973"/>
                    <a:pt x="6313" y="1973"/>
                    <a:pt x="6309" y="1975"/>
                  </a:cubicBezTo>
                  <a:lnTo>
                    <a:pt x="6309" y="1975"/>
                  </a:lnTo>
                  <a:cubicBezTo>
                    <a:pt x="6319" y="1954"/>
                    <a:pt x="6340" y="1925"/>
                    <a:pt x="6314" y="1912"/>
                  </a:cubicBezTo>
                  <a:cubicBezTo>
                    <a:pt x="6280" y="1897"/>
                    <a:pt x="6273" y="1852"/>
                    <a:pt x="6230" y="1849"/>
                  </a:cubicBezTo>
                  <a:cubicBezTo>
                    <a:pt x="6217" y="1848"/>
                    <a:pt x="6205" y="1830"/>
                    <a:pt x="6216" y="1811"/>
                  </a:cubicBezTo>
                  <a:cubicBezTo>
                    <a:pt x="6233" y="1783"/>
                    <a:pt x="6217" y="1757"/>
                    <a:pt x="6207" y="1733"/>
                  </a:cubicBezTo>
                  <a:cubicBezTo>
                    <a:pt x="6204" y="1726"/>
                    <a:pt x="6198" y="1725"/>
                    <a:pt x="6191" y="1725"/>
                  </a:cubicBezTo>
                  <a:moveTo>
                    <a:pt x="6139" y="2265"/>
                  </a:moveTo>
                  <a:cubicBezTo>
                    <a:pt x="6135" y="2265"/>
                    <a:pt x="6132" y="2266"/>
                    <a:pt x="6129" y="2268"/>
                  </a:cubicBezTo>
                  <a:cubicBezTo>
                    <a:pt x="6122" y="2276"/>
                    <a:pt x="6113" y="2279"/>
                    <a:pt x="6105" y="2279"/>
                  </a:cubicBezTo>
                  <a:cubicBezTo>
                    <a:pt x="6097" y="2279"/>
                    <a:pt x="6089" y="2277"/>
                    <a:pt x="6081" y="2274"/>
                  </a:cubicBezTo>
                  <a:cubicBezTo>
                    <a:pt x="6070" y="2271"/>
                    <a:pt x="6060" y="2269"/>
                    <a:pt x="6052" y="2269"/>
                  </a:cubicBezTo>
                  <a:cubicBezTo>
                    <a:pt x="6018" y="2269"/>
                    <a:pt x="6005" y="2297"/>
                    <a:pt x="5993" y="2329"/>
                  </a:cubicBezTo>
                  <a:cubicBezTo>
                    <a:pt x="5975" y="2372"/>
                    <a:pt x="5966" y="2415"/>
                    <a:pt x="5987" y="2446"/>
                  </a:cubicBezTo>
                  <a:cubicBezTo>
                    <a:pt x="5988" y="2471"/>
                    <a:pt x="5986" y="2487"/>
                    <a:pt x="6004" y="2489"/>
                  </a:cubicBezTo>
                  <a:cubicBezTo>
                    <a:pt x="6006" y="2490"/>
                    <a:pt x="6007" y="2490"/>
                    <a:pt x="6008" y="2490"/>
                  </a:cubicBezTo>
                  <a:cubicBezTo>
                    <a:pt x="6021" y="2490"/>
                    <a:pt x="6030" y="2481"/>
                    <a:pt x="6034" y="2468"/>
                  </a:cubicBezTo>
                  <a:cubicBezTo>
                    <a:pt x="6035" y="2464"/>
                    <a:pt x="6034" y="2456"/>
                    <a:pt x="6038" y="2456"/>
                  </a:cubicBezTo>
                  <a:cubicBezTo>
                    <a:pt x="6039" y="2456"/>
                    <a:pt x="6041" y="2457"/>
                    <a:pt x="6043" y="2458"/>
                  </a:cubicBezTo>
                  <a:cubicBezTo>
                    <a:pt x="6049" y="2462"/>
                    <a:pt x="6055" y="2464"/>
                    <a:pt x="6060" y="2464"/>
                  </a:cubicBezTo>
                  <a:cubicBezTo>
                    <a:pt x="6071" y="2464"/>
                    <a:pt x="6080" y="2454"/>
                    <a:pt x="6088" y="2446"/>
                  </a:cubicBezTo>
                  <a:cubicBezTo>
                    <a:pt x="6100" y="2434"/>
                    <a:pt x="6086" y="2422"/>
                    <a:pt x="6081" y="2409"/>
                  </a:cubicBezTo>
                  <a:cubicBezTo>
                    <a:pt x="6076" y="2396"/>
                    <a:pt x="6058" y="2382"/>
                    <a:pt x="6083" y="2370"/>
                  </a:cubicBezTo>
                  <a:cubicBezTo>
                    <a:pt x="6096" y="2363"/>
                    <a:pt x="6118" y="2360"/>
                    <a:pt x="6109" y="2340"/>
                  </a:cubicBezTo>
                  <a:cubicBezTo>
                    <a:pt x="6104" y="2332"/>
                    <a:pt x="6098" y="2329"/>
                    <a:pt x="6091" y="2329"/>
                  </a:cubicBezTo>
                  <a:cubicBezTo>
                    <a:pt x="6082" y="2329"/>
                    <a:pt x="6071" y="2333"/>
                    <a:pt x="6062" y="2333"/>
                  </a:cubicBezTo>
                  <a:cubicBezTo>
                    <a:pt x="6055" y="2334"/>
                    <a:pt x="6048" y="2335"/>
                    <a:pt x="6042" y="2337"/>
                  </a:cubicBezTo>
                  <a:cubicBezTo>
                    <a:pt x="6042" y="2332"/>
                    <a:pt x="6039" y="2326"/>
                    <a:pt x="6042" y="2325"/>
                  </a:cubicBezTo>
                  <a:cubicBezTo>
                    <a:pt x="6048" y="2321"/>
                    <a:pt x="6055" y="2315"/>
                    <a:pt x="6062" y="2315"/>
                  </a:cubicBezTo>
                  <a:cubicBezTo>
                    <a:pt x="6079" y="2315"/>
                    <a:pt x="6097" y="2321"/>
                    <a:pt x="6114" y="2321"/>
                  </a:cubicBezTo>
                  <a:cubicBezTo>
                    <a:pt x="6136" y="2321"/>
                    <a:pt x="6146" y="2303"/>
                    <a:pt x="6156" y="2287"/>
                  </a:cubicBezTo>
                  <a:cubicBezTo>
                    <a:pt x="6161" y="2282"/>
                    <a:pt x="6159" y="2273"/>
                    <a:pt x="6152" y="2269"/>
                  </a:cubicBezTo>
                  <a:cubicBezTo>
                    <a:pt x="6148" y="2266"/>
                    <a:pt x="6143" y="2265"/>
                    <a:pt x="6139" y="2265"/>
                  </a:cubicBezTo>
                  <a:moveTo>
                    <a:pt x="4356" y="135"/>
                  </a:moveTo>
                  <a:cubicBezTo>
                    <a:pt x="4298" y="154"/>
                    <a:pt x="4229" y="142"/>
                    <a:pt x="4179" y="200"/>
                  </a:cubicBezTo>
                  <a:cubicBezTo>
                    <a:pt x="4148" y="235"/>
                    <a:pt x="4136" y="272"/>
                    <a:pt x="4161" y="283"/>
                  </a:cubicBezTo>
                  <a:cubicBezTo>
                    <a:pt x="4186" y="293"/>
                    <a:pt x="4213" y="299"/>
                    <a:pt x="4240" y="299"/>
                  </a:cubicBezTo>
                  <a:cubicBezTo>
                    <a:pt x="4241" y="300"/>
                    <a:pt x="4243" y="300"/>
                    <a:pt x="4244" y="300"/>
                  </a:cubicBezTo>
                  <a:cubicBezTo>
                    <a:pt x="4251" y="300"/>
                    <a:pt x="4259" y="298"/>
                    <a:pt x="4261" y="289"/>
                  </a:cubicBezTo>
                  <a:cubicBezTo>
                    <a:pt x="4264" y="277"/>
                    <a:pt x="4256" y="273"/>
                    <a:pt x="4248" y="269"/>
                  </a:cubicBezTo>
                  <a:cubicBezTo>
                    <a:pt x="4212" y="251"/>
                    <a:pt x="4225" y="234"/>
                    <a:pt x="4248" y="215"/>
                  </a:cubicBezTo>
                  <a:cubicBezTo>
                    <a:pt x="4282" y="189"/>
                    <a:pt x="4325" y="188"/>
                    <a:pt x="4363" y="172"/>
                  </a:cubicBezTo>
                  <a:cubicBezTo>
                    <a:pt x="4373" y="168"/>
                    <a:pt x="4391" y="174"/>
                    <a:pt x="4390" y="155"/>
                  </a:cubicBezTo>
                  <a:cubicBezTo>
                    <a:pt x="4388" y="135"/>
                    <a:pt x="4372" y="136"/>
                    <a:pt x="4356" y="135"/>
                  </a:cubicBezTo>
                  <a:moveTo>
                    <a:pt x="3511" y="75"/>
                  </a:moveTo>
                  <a:cubicBezTo>
                    <a:pt x="3488" y="75"/>
                    <a:pt x="3464" y="77"/>
                    <a:pt x="3442" y="78"/>
                  </a:cubicBezTo>
                  <a:cubicBezTo>
                    <a:pt x="3432" y="78"/>
                    <a:pt x="3422" y="80"/>
                    <a:pt x="3419" y="91"/>
                  </a:cubicBezTo>
                  <a:cubicBezTo>
                    <a:pt x="3416" y="101"/>
                    <a:pt x="3420" y="112"/>
                    <a:pt x="3429" y="116"/>
                  </a:cubicBezTo>
                  <a:cubicBezTo>
                    <a:pt x="3452" y="132"/>
                    <a:pt x="3476" y="145"/>
                    <a:pt x="3500" y="159"/>
                  </a:cubicBezTo>
                  <a:cubicBezTo>
                    <a:pt x="3506" y="163"/>
                    <a:pt x="3512" y="165"/>
                    <a:pt x="3517" y="165"/>
                  </a:cubicBezTo>
                  <a:cubicBezTo>
                    <a:pt x="3524" y="165"/>
                    <a:pt x="3531" y="160"/>
                    <a:pt x="3537" y="150"/>
                  </a:cubicBezTo>
                  <a:cubicBezTo>
                    <a:pt x="3543" y="142"/>
                    <a:pt x="3550" y="128"/>
                    <a:pt x="3560" y="128"/>
                  </a:cubicBezTo>
                  <a:cubicBezTo>
                    <a:pt x="3563" y="128"/>
                    <a:pt x="3567" y="129"/>
                    <a:pt x="3570" y="132"/>
                  </a:cubicBezTo>
                  <a:cubicBezTo>
                    <a:pt x="3586" y="146"/>
                    <a:pt x="3603" y="146"/>
                    <a:pt x="3620" y="148"/>
                  </a:cubicBezTo>
                  <a:cubicBezTo>
                    <a:pt x="3625" y="149"/>
                    <a:pt x="3632" y="151"/>
                    <a:pt x="3638" y="151"/>
                  </a:cubicBezTo>
                  <a:cubicBezTo>
                    <a:pt x="3645" y="151"/>
                    <a:pt x="3650" y="148"/>
                    <a:pt x="3652" y="138"/>
                  </a:cubicBezTo>
                  <a:cubicBezTo>
                    <a:pt x="3656" y="120"/>
                    <a:pt x="3639" y="117"/>
                    <a:pt x="3626" y="112"/>
                  </a:cubicBezTo>
                  <a:lnTo>
                    <a:pt x="3576" y="87"/>
                  </a:lnTo>
                  <a:cubicBezTo>
                    <a:pt x="3555" y="77"/>
                    <a:pt x="3533" y="75"/>
                    <a:pt x="3511" y="75"/>
                  </a:cubicBezTo>
                  <a:moveTo>
                    <a:pt x="3033" y="675"/>
                  </a:moveTo>
                  <a:cubicBezTo>
                    <a:pt x="3033" y="675"/>
                    <a:pt x="3032" y="675"/>
                    <a:pt x="3032" y="675"/>
                  </a:cubicBezTo>
                  <a:cubicBezTo>
                    <a:pt x="3005" y="676"/>
                    <a:pt x="2966" y="737"/>
                    <a:pt x="2969" y="773"/>
                  </a:cubicBezTo>
                  <a:cubicBezTo>
                    <a:pt x="2969" y="785"/>
                    <a:pt x="2977" y="794"/>
                    <a:pt x="2987" y="795"/>
                  </a:cubicBezTo>
                  <a:cubicBezTo>
                    <a:pt x="3033" y="793"/>
                    <a:pt x="3071" y="753"/>
                    <a:pt x="3068" y="708"/>
                  </a:cubicBezTo>
                  <a:cubicBezTo>
                    <a:pt x="3067" y="687"/>
                    <a:pt x="3052" y="675"/>
                    <a:pt x="3033" y="675"/>
                  </a:cubicBezTo>
                  <a:moveTo>
                    <a:pt x="6126" y="2557"/>
                  </a:moveTo>
                  <a:lnTo>
                    <a:pt x="6126" y="2557"/>
                  </a:lnTo>
                  <a:cubicBezTo>
                    <a:pt x="6125" y="2557"/>
                    <a:pt x="6125" y="2557"/>
                    <a:pt x="6125" y="2557"/>
                  </a:cubicBezTo>
                  <a:lnTo>
                    <a:pt x="6125" y="2557"/>
                  </a:lnTo>
                  <a:cubicBezTo>
                    <a:pt x="6125" y="2557"/>
                    <a:pt x="6125" y="2558"/>
                    <a:pt x="6125" y="2558"/>
                  </a:cubicBezTo>
                  <a:lnTo>
                    <a:pt x="6126" y="2557"/>
                  </a:lnTo>
                  <a:close/>
                  <a:moveTo>
                    <a:pt x="6074" y="2535"/>
                  </a:moveTo>
                  <a:cubicBezTo>
                    <a:pt x="6048" y="2535"/>
                    <a:pt x="6021" y="2537"/>
                    <a:pt x="5997" y="2550"/>
                  </a:cubicBezTo>
                  <a:cubicBezTo>
                    <a:pt x="5991" y="2553"/>
                    <a:pt x="5988" y="2555"/>
                    <a:pt x="5986" y="2555"/>
                  </a:cubicBezTo>
                  <a:cubicBezTo>
                    <a:pt x="5983" y="2555"/>
                    <a:pt x="5981" y="2553"/>
                    <a:pt x="5977" y="2548"/>
                  </a:cubicBezTo>
                  <a:cubicBezTo>
                    <a:pt x="5970" y="2539"/>
                    <a:pt x="5962" y="2536"/>
                    <a:pt x="5955" y="2536"/>
                  </a:cubicBezTo>
                  <a:cubicBezTo>
                    <a:pt x="5942" y="2536"/>
                    <a:pt x="5929" y="2547"/>
                    <a:pt x="5917" y="2553"/>
                  </a:cubicBezTo>
                  <a:cubicBezTo>
                    <a:pt x="5906" y="2558"/>
                    <a:pt x="5910" y="2578"/>
                    <a:pt x="5918" y="2578"/>
                  </a:cubicBezTo>
                  <a:cubicBezTo>
                    <a:pt x="5918" y="2578"/>
                    <a:pt x="5918" y="2578"/>
                    <a:pt x="5918" y="2578"/>
                  </a:cubicBezTo>
                  <a:cubicBezTo>
                    <a:pt x="5919" y="2578"/>
                    <a:pt x="5921" y="2578"/>
                    <a:pt x="5922" y="2578"/>
                  </a:cubicBezTo>
                  <a:cubicBezTo>
                    <a:pt x="5955" y="2578"/>
                    <a:pt x="5971" y="2610"/>
                    <a:pt x="5997" y="2622"/>
                  </a:cubicBezTo>
                  <a:cubicBezTo>
                    <a:pt x="6002" y="2623"/>
                    <a:pt x="6006" y="2625"/>
                    <a:pt x="6009" y="2625"/>
                  </a:cubicBezTo>
                  <a:cubicBezTo>
                    <a:pt x="6020" y="2625"/>
                    <a:pt x="6028" y="2615"/>
                    <a:pt x="6025" y="2597"/>
                  </a:cubicBezTo>
                  <a:cubicBezTo>
                    <a:pt x="6024" y="2586"/>
                    <a:pt x="6024" y="2583"/>
                    <a:pt x="6036" y="2581"/>
                  </a:cubicBezTo>
                  <a:cubicBezTo>
                    <a:pt x="6066" y="2574"/>
                    <a:pt x="6096" y="2565"/>
                    <a:pt x="6125" y="2557"/>
                  </a:cubicBezTo>
                  <a:lnTo>
                    <a:pt x="6125" y="2557"/>
                  </a:lnTo>
                  <a:cubicBezTo>
                    <a:pt x="6129" y="2549"/>
                    <a:pt x="6131" y="2536"/>
                    <a:pt x="6121" y="2536"/>
                  </a:cubicBezTo>
                  <a:cubicBezTo>
                    <a:pt x="6106" y="2536"/>
                    <a:pt x="6090" y="2535"/>
                    <a:pt x="6074" y="2535"/>
                  </a:cubicBezTo>
                  <a:moveTo>
                    <a:pt x="5615" y="165"/>
                  </a:moveTo>
                  <a:cubicBezTo>
                    <a:pt x="5604" y="168"/>
                    <a:pt x="5597" y="170"/>
                    <a:pt x="5590" y="172"/>
                  </a:cubicBezTo>
                  <a:cubicBezTo>
                    <a:pt x="5588" y="172"/>
                    <a:pt x="5585" y="172"/>
                    <a:pt x="5583" y="172"/>
                  </a:cubicBezTo>
                  <a:cubicBezTo>
                    <a:pt x="5578" y="172"/>
                    <a:pt x="5572" y="172"/>
                    <a:pt x="5567" y="172"/>
                  </a:cubicBezTo>
                  <a:cubicBezTo>
                    <a:pt x="5555" y="172"/>
                    <a:pt x="5546" y="175"/>
                    <a:pt x="5548" y="193"/>
                  </a:cubicBezTo>
                  <a:cubicBezTo>
                    <a:pt x="5550" y="210"/>
                    <a:pt x="5562" y="213"/>
                    <a:pt x="5575" y="213"/>
                  </a:cubicBezTo>
                  <a:cubicBezTo>
                    <a:pt x="5583" y="213"/>
                    <a:pt x="5591" y="212"/>
                    <a:pt x="5598" y="212"/>
                  </a:cubicBezTo>
                  <a:cubicBezTo>
                    <a:pt x="5628" y="212"/>
                    <a:pt x="5657" y="209"/>
                    <a:pt x="5687" y="209"/>
                  </a:cubicBezTo>
                  <a:cubicBezTo>
                    <a:pt x="5717" y="209"/>
                    <a:pt x="5746" y="212"/>
                    <a:pt x="5776" y="223"/>
                  </a:cubicBezTo>
                  <a:cubicBezTo>
                    <a:pt x="5779" y="224"/>
                    <a:pt x="5783" y="225"/>
                    <a:pt x="5786" y="225"/>
                  </a:cubicBezTo>
                  <a:cubicBezTo>
                    <a:pt x="5798" y="225"/>
                    <a:pt x="5808" y="218"/>
                    <a:pt x="5811" y="206"/>
                  </a:cubicBezTo>
                  <a:cubicBezTo>
                    <a:pt x="5816" y="187"/>
                    <a:pt x="5797" y="185"/>
                    <a:pt x="5785" y="181"/>
                  </a:cubicBezTo>
                  <a:cubicBezTo>
                    <a:pt x="5771" y="176"/>
                    <a:pt x="5757" y="175"/>
                    <a:pt x="5742" y="175"/>
                  </a:cubicBezTo>
                  <a:cubicBezTo>
                    <a:pt x="5719" y="175"/>
                    <a:pt x="5695" y="179"/>
                    <a:pt x="5672" y="179"/>
                  </a:cubicBezTo>
                  <a:cubicBezTo>
                    <a:pt x="5652" y="179"/>
                    <a:pt x="5633" y="176"/>
                    <a:pt x="5615" y="165"/>
                  </a:cubicBezTo>
                  <a:moveTo>
                    <a:pt x="6435" y="3480"/>
                  </a:moveTo>
                  <a:cubicBezTo>
                    <a:pt x="6421" y="3480"/>
                    <a:pt x="6405" y="3493"/>
                    <a:pt x="6391" y="3493"/>
                  </a:cubicBezTo>
                  <a:cubicBezTo>
                    <a:pt x="6386" y="3493"/>
                    <a:pt x="6381" y="3490"/>
                    <a:pt x="6377" y="3483"/>
                  </a:cubicBezTo>
                  <a:cubicBezTo>
                    <a:pt x="6326" y="3490"/>
                    <a:pt x="6341" y="3533"/>
                    <a:pt x="6332" y="3559"/>
                  </a:cubicBezTo>
                  <a:cubicBezTo>
                    <a:pt x="6327" y="3573"/>
                    <a:pt x="6341" y="3584"/>
                    <a:pt x="6357" y="3584"/>
                  </a:cubicBezTo>
                  <a:cubicBezTo>
                    <a:pt x="6358" y="3584"/>
                    <a:pt x="6358" y="3584"/>
                    <a:pt x="6358" y="3584"/>
                  </a:cubicBezTo>
                  <a:cubicBezTo>
                    <a:pt x="6387" y="3584"/>
                    <a:pt x="6461" y="3523"/>
                    <a:pt x="6455" y="3501"/>
                  </a:cubicBezTo>
                  <a:cubicBezTo>
                    <a:pt x="6450" y="3485"/>
                    <a:pt x="6443" y="3480"/>
                    <a:pt x="6435" y="3480"/>
                  </a:cubicBezTo>
                  <a:moveTo>
                    <a:pt x="5168" y="1980"/>
                  </a:moveTo>
                  <a:lnTo>
                    <a:pt x="5164" y="1983"/>
                  </a:lnTo>
                  <a:cubicBezTo>
                    <a:pt x="5158" y="2018"/>
                    <a:pt x="5156" y="2052"/>
                    <a:pt x="5164" y="2086"/>
                  </a:cubicBezTo>
                  <a:cubicBezTo>
                    <a:pt x="5168" y="2102"/>
                    <a:pt x="5174" y="2115"/>
                    <a:pt x="5188" y="2115"/>
                  </a:cubicBezTo>
                  <a:cubicBezTo>
                    <a:pt x="5190" y="2115"/>
                    <a:pt x="5192" y="2114"/>
                    <a:pt x="5194" y="2114"/>
                  </a:cubicBezTo>
                  <a:cubicBezTo>
                    <a:pt x="5212" y="2111"/>
                    <a:pt x="5231" y="2096"/>
                    <a:pt x="5227" y="2078"/>
                  </a:cubicBezTo>
                  <a:cubicBezTo>
                    <a:pt x="5219" y="2038"/>
                    <a:pt x="5204" y="1999"/>
                    <a:pt x="5168" y="1980"/>
                  </a:cubicBezTo>
                  <a:moveTo>
                    <a:pt x="4715" y="60"/>
                  </a:moveTo>
                  <a:cubicBezTo>
                    <a:pt x="4705" y="60"/>
                    <a:pt x="4696" y="68"/>
                    <a:pt x="4693" y="78"/>
                  </a:cubicBezTo>
                  <a:cubicBezTo>
                    <a:pt x="4691" y="85"/>
                    <a:pt x="4695" y="92"/>
                    <a:pt x="4703" y="93"/>
                  </a:cubicBezTo>
                  <a:cubicBezTo>
                    <a:pt x="4737" y="102"/>
                    <a:pt x="4771" y="111"/>
                    <a:pt x="4801" y="120"/>
                  </a:cubicBezTo>
                  <a:cubicBezTo>
                    <a:pt x="4817" y="119"/>
                    <a:pt x="4829" y="119"/>
                    <a:pt x="4836" y="108"/>
                  </a:cubicBezTo>
                  <a:cubicBezTo>
                    <a:pt x="4841" y="102"/>
                    <a:pt x="4838" y="93"/>
                    <a:pt x="4832" y="92"/>
                  </a:cubicBezTo>
                  <a:cubicBezTo>
                    <a:pt x="4793" y="83"/>
                    <a:pt x="4757" y="60"/>
                    <a:pt x="4716" y="60"/>
                  </a:cubicBezTo>
                  <a:cubicBezTo>
                    <a:pt x="4716" y="60"/>
                    <a:pt x="4715" y="60"/>
                    <a:pt x="4715" y="60"/>
                  </a:cubicBezTo>
                  <a:moveTo>
                    <a:pt x="3585" y="60"/>
                  </a:moveTo>
                  <a:cubicBezTo>
                    <a:pt x="3576" y="60"/>
                    <a:pt x="3567" y="64"/>
                    <a:pt x="3566" y="78"/>
                  </a:cubicBezTo>
                  <a:cubicBezTo>
                    <a:pt x="3566" y="83"/>
                    <a:pt x="3571" y="88"/>
                    <a:pt x="3573" y="93"/>
                  </a:cubicBezTo>
                  <a:lnTo>
                    <a:pt x="3625" y="120"/>
                  </a:lnTo>
                  <a:cubicBezTo>
                    <a:pt x="3628" y="119"/>
                    <a:pt x="3630" y="119"/>
                    <a:pt x="3633" y="119"/>
                  </a:cubicBezTo>
                  <a:cubicBezTo>
                    <a:pt x="3636" y="119"/>
                    <a:pt x="3638" y="119"/>
                    <a:pt x="3641" y="119"/>
                  </a:cubicBezTo>
                  <a:cubicBezTo>
                    <a:pt x="3659" y="117"/>
                    <a:pt x="3686" y="116"/>
                    <a:pt x="3681" y="94"/>
                  </a:cubicBezTo>
                  <a:cubicBezTo>
                    <a:pt x="3674" y="68"/>
                    <a:pt x="3657" y="65"/>
                    <a:pt x="3638" y="65"/>
                  </a:cubicBezTo>
                  <a:cubicBezTo>
                    <a:pt x="3632" y="65"/>
                    <a:pt x="3625" y="65"/>
                    <a:pt x="3619" y="65"/>
                  </a:cubicBezTo>
                  <a:cubicBezTo>
                    <a:pt x="3611" y="65"/>
                    <a:pt x="3603" y="64"/>
                    <a:pt x="3596" y="62"/>
                  </a:cubicBezTo>
                  <a:cubicBezTo>
                    <a:pt x="3593" y="61"/>
                    <a:pt x="3589" y="60"/>
                    <a:pt x="3585" y="60"/>
                  </a:cubicBezTo>
                  <a:moveTo>
                    <a:pt x="6181" y="2550"/>
                  </a:moveTo>
                  <a:cubicBezTo>
                    <a:pt x="6179" y="2550"/>
                    <a:pt x="6176" y="2550"/>
                    <a:pt x="6174" y="2550"/>
                  </a:cubicBezTo>
                  <a:cubicBezTo>
                    <a:pt x="6156" y="2555"/>
                    <a:pt x="6139" y="2560"/>
                    <a:pt x="6121" y="2565"/>
                  </a:cubicBezTo>
                  <a:lnTo>
                    <a:pt x="6122" y="2565"/>
                  </a:lnTo>
                  <a:cubicBezTo>
                    <a:pt x="6115" y="2570"/>
                    <a:pt x="6107" y="2575"/>
                    <a:pt x="6100" y="2579"/>
                  </a:cubicBezTo>
                  <a:cubicBezTo>
                    <a:pt x="6082" y="2586"/>
                    <a:pt x="6071" y="2601"/>
                    <a:pt x="6079" y="2615"/>
                  </a:cubicBezTo>
                  <a:cubicBezTo>
                    <a:pt x="6083" y="2622"/>
                    <a:pt x="6088" y="2625"/>
                    <a:pt x="6093" y="2625"/>
                  </a:cubicBezTo>
                  <a:cubicBezTo>
                    <a:pt x="6102" y="2625"/>
                    <a:pt x="6111" y="2618"/>
                    <a:pt x="6119" y="2614"/>
                  </a:cubicBezTo>
                  <a:cubicBezTo>
                    <a:pt x="6138" y="2601"/>
                    <a:pt x="6160" y="2591"/>
                    <a:pt x="6183" y="2585"/>
                  </a:cubicBezTo>
                  <a:cubicBezTo>
                    <a:pt x="6193" y="2582"/>
                    <a:pt x="6206" y="2577"/>
                    <a:pt x="6203" y="2564"/>
                  </a:cubicBezTo>
                  <a:cubicBezTo>
                    <a:pt x="6200" y="2555"/>
                    <a:pt x="6191" y="2550"/>
                    <a:pt x="6181" y="2550"/>
                  </a:cubicBezTo>
                  <a:moveTo>
                    <a:pt x="6158" y="1545"/>
                  </a:moveTo>
                  <a:cubicBezTo>
                    <a:pt x="6158" y="1545"/>
                    <a:pt x="6157" y="1545"/>
                    <a:pt x="6157" y="1545"/>
                  </a:cubicBezTo>
                  <a:cubicBezTo>
                    <a:pt x="6121" y="1546"/>
                    <a:pt x="6122" y="1576"/>
                    <a:pt x="6119" y="1599"/>
                  </a:cubicBezTo>
                  <a:cubicBezTo>
                    <a:pt x="6116" y="1618"/>
                    <a:pt x="6129" y="1635"/>
                    <a:pt x="6150" y="1635"/>
                  </a:cubicBezTo>
                  <a:cubicBezTo>
                    <a:pt x="6151" y="1635"/>
                    <a:pt x="6152" y="1635"/>
                    <a:pt x="6153" y="1635"/>
                  </a:cubicBezTo>
                  <a:cubicBezTo>
                    <a:pt x="6191" y="1633"/>
                    <a:pt x="6170" y="1602"/>
                    <a:pt x="6180" y="1588"/>
                  </a:cubicBezTo>
                  <a:cubicBezTo>
                    <a:pt x="6177" y="1570"/>
                    <a:pt x="6186" y="1545"/>
                    <a:pt x="6158" y="1545"/>
                  </a:cubicBezTo>
                  <a:moveTo>
                    <a:pt x="6175" y="1935"/>
                  </a:moveTo>
                  <a:cubicBezTo>
                    <a:pt x="6170" y="1935"/>
                    <a:pt x="6165" y="1937"/>
                    <a:pt x="6162" y="1942"/>
                  </a:cubicBezTo>
                  <a:cubicBezTo>
                    <a:pt x="6153" y="1967"/>
                    <a:pt x="6138" y="1985"/>
                    <a:pt x="6123" y="2005"/>
                  </a:cubicBezTo>
                  <a:cubicBezTo>
                    <a:pt x="6117" y="2012"/>
                    <a:pt x="6116" y="2023"/>
                    <a:pt x="6121" y="2031"/>
                  </a:cubicBezTo>
                  <a:cubicBezTo>
                    <a:pt x="6124" y="2036"/>
                    <a:pt x="6128" y="2040"/>
                    <a:pt x="6133" y="2040"/>
                  </a:cubicBezTo>
                  <a:cubicBezTo>
                    <a:pt x="6135" y="2040"/>
                    <a:pt x="6137" y="2039"/>
                    <a:pt x="6139" y="2037"/>
                  </a:cubicBezTo>
                  <a:cubicBezTo>
                    <a:pt x="6161" y="2019"/>
                    <a:pt x="6184" y="2000"/>
                    <a:pt x="6191" y="1974"/>
                  </a:cubicBezTo>
                  <a:cubicBezTo>
                    <a:pt x="6190" y="1955"/>
                    <a:pt x="6188" y="1941"/>
                    <a:pt x="6175" y="1935"/>
                  </a:cubicBezTo>
                  <a:moveTo>
                    <a:pt x="3992" y="62"/>
                  </a:moveTo>
                  <a:cubicBezTo>
                    <a:pt x="3979" y="65"/>
                    <a:pt x="3959" y="60"/>
                    <a:pt x="3957" y="77"/>
                  </a:cubicBezTo>
                  <a:cubicBezTo>
                    <a:pt x="3956" y="93"/>
                    <a:pt x="3975" y="93"/>
                    <a:pt x="3987" y="97"/>
                  </a:cubicBezTo>
                  <a:cubicBezTo>
                    <a:pt x="3997" y="99"/>
                    <a:pt x="4008" y="102"/>
                    <a:pt x="4018" y="103"/>
                  </a:cubicBezTo>
                  <a:cubicBezTo>
                    <a:pt x="4024" y="104"/>
                    <a:pt x="4031" y="105"/>
                    <a:pt x="4037" y="105"/>
                  </a:cubicBezTo>
                  <a:cubicBezTo>
                    <a:pt x="4047" y="105"/>
                    <a:pt x="4057" y="101"/>
                    <a:pt x="4058" y="87"/>
                  </a:cubicBezTo>
                  <a:cubicBezTo>
                    <a:pt x="4061" y="68"/>
                    <a:pt x="4040" y="69"/>
                    <a:pt x="4025" y="67"/>
                  </a:cubicBezTo>
                  <a:lnTo>
                    <a:pt x="3992" y="62"/>
                  </a:lnTo>
                  <a:close/>
                  <a:moveTo>
                    <a:pt x="7060" y="2895"/>
                  </a:moveTo>
                  <a:cubicBezTo>
                    <a:pt x="7052" y="2895"/>
                    <a:pt x="7046" y="2902"/>
                    <a:pt x="7047" y="2911"/>
                  </a:cubicBezTo>
                  <a:cubicBezTo>
                    <a:pt x="7053" y="2941"/>
                    <a:pt x="7074" y="2960"/>
                    <a:pt x="7104" y="2969"/>
                  </a:cubicBezTo>
                  <a:cubicBezTo>
                    <a:pt x="7105" y="2969"/>
                    <a:pt x="7106" y="2970"/>
                    <a:pt x="7108" y="2970"/>
                  </a:cubicBezTo>
                  <a:cubicBezTo>
                    <a:pt x="7115" y="2970"/>
                    <a:pt x="7120" y="2963"/>
                    <a:pt x="7121" y="2951"/>
                  </a:cubicBezTo>
                  <a:cubicBezTo>
                    <a:pt x="7105" y="2932"/>
                    <a:pt x="7095" y="2905"/>
                    <a:pt x="7065" y="2895"/>
                  </a:cubicBezTo>
                  <a:cubicBezTo>
                    <a:pt x="7063" y="2895"/>
                    <a:pt x="7062" y="2895"/>
                    <a:pt x="7060" y="2895"/>
                  </a:cubicBezTo>
                  <a:moveTo>
                    <a:pt x="6408" y="2205"/>
                  </a:moveTo>
                  <a:cubicBezTo>
                    <a:pt x="6407" y="2205"/>
                    <a:pt x="6406" y="2205"/>
                    <a:pt x="6406" y="2205"/>
                  </a:cubicBezTo>
                  <a:cubicBezTo>
                    <a:pt x="6379" y="2207"/>
                    <a:pt x="6372" y="2227"/>
                    <a:pt x="6372" y="2245"/>
                  </a:cubicBezTo>
                  <a:cubicBezTo>
                    <a:pt x="6371" y="2260"/>
                    <a:pt x="6376" y="2280"/>
                    <a:pt x="6397" y="2280"/>
                  </a:cubicBezTo>
                  <a:cubicBezTo>
                    <a:pt x="6398" y="2280"/>
                    <a:pt x="6399" y="2280"/>
                    <a:pt x="6400" y="2279"/>
                  </a:cubicBezTo>
                  <a:cubicBezTo>
                    <a:pt x="6446" y="2274"/>
                    <a:pt x="6417" y="2246"/>
                    <a:pt x="6417" y="2231"/>
                  </a:cubicBezTo>
                  <a:cubicBezTo>
                    <a:pt x="6420" y="2217"/>
                    <a:pt x="6422" y="2205"/>
                    <a:pt x="6408" y="2205"/>
                  </a:cubicBezTo>
                  <a:moveTo>
                    <a:pt x="4156" y="46"/>
                  </a:moveTo>
                  <a:cubicBezTo>
                    <a:pt x="4153" y="46"/>
                    <a:pt x="4150" y="46"/>
                    <a:pt x="4147" y="47"/>
                  </a:cubicBezTo>
                  <a:cubicBezTo>
                    <a:pt x="4128" y="54"/>
                    <a:pt x="4096" y="45"/>
                    <a:pt x="4093" y="78"/>
                  </a:cubicBezTo>
                  <a:cubicBezTo>
                    <a:pt x="4091" y="98"/>
                    <a:pt x="4116" y="97"/>
                    <a:pt x="4133" y="98"/>
                  </a:cubicBezTo>
                  <a:cubicBezTo>
                    <a:pt x="4150" y="91"/>
                    <a:pt x="4179" y="105"/>
                    <a:pt x="4180" y="69"/>
                  </a:cubicBezTo>
                  <a:cubicBezTo>
                    <a:pt x="4181" y="53"/>
                    <a:pt x="4168" y="46"/>
                    <a:pt x="4156" y="46"/>
                  </a:cubicBezTo>
                  <a:moveTo>
                    <a:pt x="6465" y="273"/>
                  </a:moveTo>
                  <a:cubicBezTo>
                    <a:pt x="6462" y="274"/>
                    <a:pt x="6460" y="274"/>
                    <a:pt x="6456" y="274"/>
                  </a:cubicBezTo>
                  <a:cubicBezTo>
                    <a:pt x="6454" y="274"/>
                    <a:pt x="6451" y="274"/>
                    <a:pt x="6448" y="274"/>
                  </a:cubicBezTo>
                  <a:cubicBezTo>
                    <a:pt x="6439" y="274"/>
                    <a:pt x="6432" y="276"/>
                    <a:pt x="6431" y="291"/>
                  </a:cubicBezTo>
                  <a:cubicBezTo>
                    <a:pt x="6431" y="312"/>
                    <a:pt x="6445" y="314"/>
                    <a:pt x="6459" y="314"/>
                  </a:cubicBezTo>
                  <a:cubicBezTo>
                    <a:pt x="6462" y="314"/>
                    <a:pt x="6465" y="314"/>
                    <a:pt x="6467" y="314"/>
                  </a:cubicBezTo>
                  <a:cubicBezTo>
                    <a:pt x="6468" y="314"/>
                    <a:pt x="6469" y="314"/>
                    <a:pt x="6470" y="314"/>
                  </a:cubicBezTo>
                  <a:cubicBezTo>
                    <a:pt x="6473" y="314"/>
                    <a:pt x="6476" y="315"/>
                    <a:pt x="6479" y="315"/>
                  </a:cubicBezTo>
                  <a:cubicBezTo>
                    <a:pt x="6492" y="315"/>
                    <a:pt x="6506" y="312"/>
                    <a:pt x="6505" y="295"/>
                  </a:cubicBezTo>
                  <a:cubicBezTo>
                    <a:pt x="6505" y="270"/>
                    <a:pt x="6482" y="275"/>
                    <a:pt x="6465" y="273"/>
                  </a:cubicBezTo>
                  <a:moveTo>
                    <a:pt x="4901" y="90"/>
                  </a:moveTo>
                  <a:cubicBezTo>
                    <a:pt x="4878" y="90"/>
                    <a:pt x="4863" y="101"/>
                    <a:pt x="4859" y="120"/>
                  </a:cubicBezTo>
                  <a:cubicBezTo>
                    <a:pt x="4856" y="128"/>
                    <a:pt x="4865" y="135"/>
                    <a:pt x="4874" y="135"/>
                  </a:cubicBezTo>
                  <a:cubicBezTo>
                    <a:pt x="4875" y="135"/>
                    <a:pt x="4877" y="134"/>
                    <a:pt x="4879" y="134"/>
                  </a:cubicBezTo>
                  <a:cubicBezTo>
                    <a:pt x="4900" y="125"/>
                    <a:pt x="4934" y="132"/>
                    <a:pt x="4941" y="109"/>
                  </a:cubicBezTo>
                  <a:cubicBezTo>
                    <a:pt x="4946" y="95"/>
                    <a:pt x="4921" y="90"/>
                    <a:pt x="4904" y="90"/>
                  </a:cubicBezTo>
                  <a:cubicBezTo>
                    <a:pt x="4903" y="90"/>
                    <a:pt x="4902" y="90"/>
                    <a:pt x="4901" y="90"/>
                  </a:cubicBezTo>
                  <a:moveTo>
                    <a:pt x="6230" y="2387"/>
                  </a:moveTo>
                  <a:cubicBezTo>
                    <a:pt x="6216" y="2387"/>
                    <a:pt x="6206" y="2397"/>
                    <a:pt x="6208" y="2409"/>
                  </a:cubicBezTo>
                  <a:cubicBezTo>
                    <a:pt x="6210" y="2428"/>
                    <a:pt x="6223" y="2429"/>
                    <a:pt x="6236" y="2429"/>
                  </a:cubicBezTo>
                  <a:cubicBezTo>
                    <a:pt x="6238" y="2429"/>
                    <a:pt x="6239" y="2429"/>
                    <a:pt x="6241" y="2429"/>
                  </a:cubicBezTo>
                  <a:cubicBezTo>
                    <a:pt x="6245" y="2429"/>
                    <a:pt x="6249" y="2429"/>
                    <a:pt x="6253" y="2430"/>
                  </a:cubicBezTo>
                  <a:cubicBezTo>
                    <a:pt x="6256" y="2428"/>
                    <a:pt x="6261" y="2427"/>
                    <a:pt x="6266" y="2427"/>
                  </a:cubicBezTo>
                  <a:cubicBezTo>
                    <a:pt x="6270" y="2427"/>
                    <a:pt x="6274" y="2428"/>
                    <a:pt x="6278" y="2428"/>
                  </a:cubicBezTo>
                  <a:cubicBezTo>
                    <a:pt x="6288" y="2428"/>
                    <a:pt x="6296" y="2426"/>
                    <a:pt x="6294" y="2412"/>
                  </a:cubicBezTo>
                  <a:cubicBezTo>
                    <a:pt x="6289" y="2385"/>
                    <a:pt x="6256" y="2390"/>
                    <a:pt x="6234" y="2387"/>
                  </a:cubicBezTo>
                  <a:cubicBezTo>
                    <a:pt x="6232" y="2387"/>
                    <a:pt x="6231" y="2387"/>
                    <a:pt x="6230" y="2387"/>
                  </a:cubicBezTo>
                  <a:moveTo>
                    <a:pt x="4240" y="63"/>
                  </a:moveTo>
                  <a:cubicBezTo>
                    <a:pt x="4237" y="63"/>
                    <a:pt x="4235" y="63"/>
                    <a:pt x="4233" y="63"/>
                  </a:cubicBezTo>
                  <a:cubicBezTo>
                    <a:pt x="4220" y="65"/>
                    <a:pt x="4199" y="60"/>
                    <a:pt x="4197" y="77"/>
                  </a:cubicBezTo>
                  <a:cubicBezTo>
                    <a:pt x="4196" y="87"/>
                    <a:pt x="4209" y="89"/>
                    <a:pt x="4221" y="90"/>
                  </a:cubicBezTo>
                  <a:cubicBezTo>
                    <a:pt x="4234" y="86"/>
                    <a:pt x="4253" y="89"/>
                    <a:pt x="4255" y="73"/>
                  </a:cubicBezTo>
                  <a:cubicBezTo>
                    <a:pt x="4256" y="65"/>
                    <a:pt x="4248" y="63"/>
                    <a:pt x="4240" y="63"/>
                  </a:cubicBezTo>
                  <a:moveTo>
                    <a:pt x="2409" y="60"/>
                  </a:moveTo>
                  <a:lnTo>
                    <a:pt x="2409" y="60"/>
                  </a:lnTo>
                  <a:lnTo>
                    <a:pt x="2410" y="60"/>
                  </a:lnTo>
                  <a:lnTo>
                    <a:pt x="2411" y="60"/>
                  </a:lnTo>
                  <a:lnTo>
                    <a:pt x="2409" y="60"/>
                  </a:lnTo>
                  <a:close/>
                  <a:moveTo>
                    <a:pt x="1886" y="164"/>
                  </a:moveTo>
                  <a:lnTo>
                    <a:pt x="1886" y="165"/>
                  </a:lnTo>
                  <a:lnTo>
                    <a:pt x="1886" y="165"/>
                  </a:lnTo>
                  <a:lnTo>
                    <a:pt x="1886" y="164"/>
                  </a:lnTo>
                  <a:lnTo>
                    <a:pt x="1886" y="164"/>
                  </a:lnTo>
                  <a:close/>
                  <a:moveTo>
                    <a:pt x="2459" y="56"/>
                  </a:moveTo>
                  <a:cubicBezTo>
                    <a:pt x="2461" y="56"/>
                    <a:pt x="2463" y="56"/>
                    <a:pt x="2465" y="56"/>
                  </a:cubicBezTo>
                  <a:cubicBezTo>
                    <a:pt x="2467" y="57"/>
                    <a:pt x="2468" y="57"/>
                    <a:pt x="2469" y="57"/>
                  </a:cubicBezTo>
                  <a:lnTo>
                    <a:pt x="2417" y="69"/>
                  </a:lnTo>
                  <a:lnTo>
                    <a:pt x="2417" y="69"/>
                  </a:lnTo>
                  <a:cubicBezTo>
                    <a:pt x="2431" y="63"/>
                    <a:pt x="2444" y="56"/>
                    <a:pt x="2459" y="56"/>
                  </a:cubicBezTo>
                  <a:moveTo>
                    <a:pt x="2414" y="70"/>
                  </a:moveTo>
                  <a:lnTo>
                    <a:pt x="2414" y="71"/>
                  </a:lnTo>
                  <a:lnTo>
                    <a:pt x="2413" y="71"/>
                  </a:lnTo>
                  <a:lnTo>
                    <a:pt x="2414" y="70"/>
                  </a:lnTo>
                  <a:lnTo>
                    <a:pt x="2414" y="70"/>
                  </a:lnTo>
                  <a:close/>
                  <a:moveTo>
                    <a:pt x="1732" y="240"/>
                  </a:moveTo>
                  <a:cubicBezTo>
                    <a:pt x="1737" y="240"/>
                    <a:pt x="1742" y="242"/>
                    <a:pt x="1748" y="249"/>
                  </a:cubicBezTo>
                  <a:cubicBezTo>
                    <a:pt x="1753" y="248"/>
                    <a:pt x="1758" y="247"/>
                    <a:pt x="1764" y="247"/>
                  </a:cubicBezTo>
                  <a:cubicBezTo>
                    <a:pt x="1767" y="247"/>
                    <a:pt x="1770" y="248"/>
                    <a:pt x="1773" y="248"/>
                  </a:cubicBezTo>
                  <a:cubicBezTo>
                    <a:pt x="1774" y="248"/>
                    <a:pt x="1776" y="248"/>
                    <a:pt x="1777" y="248"/>
                  </a:cubicBezTo>
                  <a:cubicBezTo>
                    <a:pt x="1786" y="248"/>
                    <a:pt x="1797" y="245"/>
                    <a:pt x="1806" y="245"/>
                  </a:cubicBezTo>
                  <a:cubicBezTo>
                    <a:pt x="1819" y="245"/>
                    <a:pt x="1828" y="252"/>
                    <a:pt x="1815" y="283"/>
                  </a:cubicBezTo>
                  <a:cubicBezTo>
                    <a:pt x="1813" y="290"/>
                    <a:pt x="1819" y="298"/>
                    <a:pt x="1827" y="301"/>
                  </a:cubicBezTo>
                  <a:cubicBezTo>
                    <a:pt x="1834" y="302"/>
                    <a:pt x="1841" y="304"/>
                    <a:pt x="1848" y="304"/>
                  </a:cubicBezTo>
                  <a:cubicBezTo>
                    <a:pt x="1840" y="314"/>
                    <a:pt x="1832" y="327"/>
                    <a:pt x="1821" y="334"/>
                  </a:cubicBezTo>
                  <a:cubicBezTo>
                    <a:pt x="1819" y="336"/>
                    <a:pt x="1817" y="337"/>
                    <a:pt x="1815" y="337"/>
                  </a:cubicBezTo>
                  <a:cubicBezTo>
                    <a:pt x="1807" y="337"/>
                    <a:pt x="1800" y="328"/>
                    <a:pt x="1794" y="327"/>
                  </a:cubicBezTo>
                  <a:cubicBezTo>
                    <a:pt x="1751" y="315"/>
                    <a:pt x="1756" y="278"/>
                    <a:pt x="1748" y="249"/>
                  </a:cubicBezTo>
                  <a:lnTo>
                    <a:pt x="1706" y="254"/>
                  </a:lnTo>
                  <a:cubicBezTo>
                    <a:pt x="1714" y="248"/>
                    <a:pt x="1722" y="240"/>
                    <a:pt x="1732" y="240"/>
                  </a:cubicBezTo>
                  <a:moveTo>
                    <a:pt x="1308" y="328"/>
                  </a:moveTo>
                  <a:cubicBezTo>
                    <a:pt x="1310" y="328"/>
                    <a:pt x="1311" y="328"/>
                    <a:pt x="1312" y="328"/>
                  </a:cubicBezTo>
                  <a:cubicBezTo>
                    <a:pt x="1317" y="333"/>
                    <a:pt x="1324" y="339"/>
                    <a:pt x="1331" y="344"/>
                  </a:cubicBezTo>
                  <a:cubicBezTo>
                    <a:pt x="1326" y="348"/>
                    <a:pt x="1321" y="351"/>
                    <a:pt x="1316" y="353"/>
                  </a:cubicBezTo>
                  <a:cubicBezTo>
                    <a:pt x="1315" y="353"/>
                    <a:pt x="1314" y="353"/>
                    <a:pt x="1313" y="353"/>
                  </a:cubicBezTo>
                  <a:cubicBezTo>
                    <a:pt x="1302" y="353"/>
                    <a:pt x="1306" y="342"/>
                    <a:pt x="1303" y="335"/>
                  </a:cubicBezTo>
                  <a:cubicBezTo>
                    <a:pt x="1300" y="330"/>
                    <a:pt x="1302" y="328"/>
                    <a:pt x="1308" y="328"/>
                  </a:cubicBezTo>
                  <a:moveTo>
                    <a:pt x="1407" y="330"/>
                  </a:moveTo>
                  <a:cubicBezTo>
                    <a:pt x="1409" y="330"/>
                    <a:pt x="1410" y="330"/>
                    <a:pt x="1411" y="331"/>
                  </a:cubicBezTo>
                  <a:lnTo>
                    <a:pt x="1385" y="361"/>
                  </a:lnTo>
                  <a:lnTo>
                    <a:pt x="1369" y="346"/>
                  </a:lnTo>
                  <a:cubicBezTo>
                    <a:pt x="1381" y="341"/>
                    <a:pt x="1392" y="335"/>
                    <a:pt x="1404" y="331"/>
                  </a:cubicBezTo>
                  <a:cubicBezTo>
                    <a:pt x="1405" y="330"/>
                    <a:pt x="1406" y="330"/>
                    <a:pt x="1407" y="330"/>
                  </a:cubicBezTo>
                  <a:moveTo>
                    <a:pt x="2955" y="15"/>
                  </a:moveTo>
                  <a:cubicBezTo>
                    <a:pt x="2839" y="15"/>
                    <a:pt x="2722" y="33"/>
                    <a:pt x="2606" y="41"/>
                  </a:cubicBezTo>
                  <a:cubicBezTo>
                    <a:pt x="2576" y="42"/>
                    <a:pt x="2547" y="39"/>
                    <a:pt x="2517" y="46"/>
                  </a:cubicBezTo>
                  <a:cubicBezTo>
                    <a:pt x="2516" y="46"/>
                    <a:pt x="2516" y="46"/>
                    <a:pt x="2516" y="46"/>
                  </a:cubicBezTo>
                  <a:cubicBezTo>
                    <a:pt x="2508" y="46"/>
                    <a:pt x="2488" y="22"/>
                    <a:pt x="2465" y="21"/>
                  </a:cubicBezTo>
                  <a:cubicBezTo>
                    <a:pt x="2441" y="19"/>
                    <a:pt x="2418" y="18"/>
                    <a:pt x="2394" y="18"/>
                  </a:cubicBezTo>
                  <a:cubicBezTo>
                    <a:pt x="2315" y="18"/>
                    <a:pt x="2237" y="26"/>
                    <a:pt x="2158" y="33"/>
                  </a:cubicBezTo>
                  <a:cubicBezTo>
                    <a:pt x="2110" y="37"/>
                    <a:pt x="2064" y="56"/>
                    <a:pt x="2014" y="56"/>
                  </a:cubicBezTo>
                  <a:cubicBezTo>
                    <a:pt x="2007" y="56"/>
                    <a:pt x="2000" y="55"/>
                    <a:pt x="1993" y="55"/>
                  </a:cubicBezTo>
                  <a:cubicBezTo>
                    <a:pt x="1989" y="54"/>
                    <a:pt x="1984" y="54"/>
                    <a:pt x="1980" y="54"/>
                  </a:cubicBezTo>
                  <a:cubicBezTo>
                    <a:pt x="1958" y="54"/>
                    <a:pt x="1934" y="61"/>
                    <a:pt x="1923" y="82"/>
                  </a:cubicBezTo>
                  <a:cubicBezTo>
                    <a:pt x="1912" y="102"/>
                    <a:pt x="1932" y="119"/>
                    <a:pt x="1948" y="134"/>
                  </a:cubicBezTo>
                  <a:cubicBezTo>
                    <a:pt x="1955" y="140"/>
                    <a:pt x="1955" y="153"/>
                    <a:pt x="1958" y="163"/>
                  </a:cubicBezTo>
                  <a:cubicBezTo>
                    <a:pt x="1958" y="163"/>
                    <a:pt x="1957" y="163"/>
                    <a:pt x="1957" y="163"/>
                  </a:cubicBezTo>
                  <a:cubicBezTo>
                    <a:pt x="1953" y="163"/>
                    <a:pt x="1949" y="163"/>
                    <a:pt x="1945" y="163"/>
                  </a:cubicBezTo>
                  <a:cubicBezTo>
                    <a:pt x="1942" y="163"/>
                    <a:pt x="1940" y="163"/>
                    <a:pt x="1938" y="161"/>
                  </a:cubicBezTo>
                  <a:cubicBezTo>
                    <a:pt x="1931" y="155"/>
                    <a:pt x="1925" y="153"/>
                    <a:pt x="1919" y="153"/>
                  </a:cubicBezTo>
                  <a:cubicBezTo>
                    <a:pt x="1909" y="153"/>
                    <a:pt x="1901" y="159"/>
                    <a:pt x="1891" y="165"/>
                  </a:cubicBezTo>
                  <a:lnTo>
                    <a:pt x="1891" y="165"/>
                  </a:lnTo>
                  <a:lnTo>
                    <a:pt x="1891" y="165"/>
                  </a:lnTo>
                  <a:cubicBezTo>
                    <a:pt x="1884" y="174"/>
                    <a:pt x="1866" y="177"/>
                    <a:pt x="1871" y="192"/>
                  </a:cubicBezTo>
                  <a:cubicBezTo>
                    <a:pt x="1876" y="207"/>
                    <a:pt x="1893" y="207"/>
                    <a:pt x="1907" y="209"/>
                  </a:cubicBezTo>
                  <a:lnTo>
                    <a:pt x="1915" y="209"/>
                  </a:lnTo>
                  <a:lnTo>
                    <a:pt x="1953" y="215"/>
                  </a:lnTo>
                  <a:cubicBezTo>
                    <a:pt x="1947" y="217"/>
                    <a:pt x="1941" y="219"/>
                    <a:pt x="1934" y="219"/>
                  </a:cubicBezTo>
                  <a:cubicBezTo>
                    <a:pt x="1928" y="218"/>
                    <a:pt x="1923" y="214"/>
                    <a:pt x="1917" y="212"/>
                  </a:cubicBezTo>
                  <a:cubicBezTo>
                    <a:pt x="1914" y="211"/>
                    <a:pt x="1911" y="211"/>
                    <a:pt x="1907" y="211"/>
                  </a:cubicBezTo>
                  <a:cubicBezTo>
                    <a:pt x="1893" y="211"/>
                    <a:pt x="1881" y="219"/>
                    <a:pt x="1867" y="220"/>
                  </a:cubicBezTo>
                  <a:cubicBezTo>
                    <a:pt x="1867" y="220"/>
                    <a:pt x="1866" y="220"/>
                    <a:pt x="1866" y="220"/>
                  </a:cubicBezTo>
                  <a:cubicBezTo>
                    <a:pt x="1860" y="220"/>
                    <a:pt x="1846" y="206"/>
                    <a:pt x="1847" y="201"/>
                  </a:cubicBezTo>
                  <a:cubicBezTo>
                    <a:pt x="1851" y="177"/>
                    <a:pt x="1869" y="168"/>
                    <a:pt x="1891" y="165"/>
                  </a:cubicBezTo>
                  <a:lnTo>
                    <a:pt x="1891" y="165"/>
                  </a:lnTo>
                  <a:cubicBezTo>
                    <a:pt x="1892" y="154"/>
                    <a:pt x="1895" y="143"/>
                    <a:pt x="1898" y="132"/>
                  </a:cubicBezTo>
                  <a:cubicBezTo>
                    <a:pt x="1901" y="125"/>
                    <a:pt x="1910" y="117"/>
                    <a:pt x="1902" y="109"/>
                  </a:cubicBezTo>
                  <a:cubicBezTo>
                    <a:pt x="1895" y="102"/>
                    <a:pt x="1886" y="100"/>
                    <a:pt x="1877" y="100"/>
                  </a:cubicBezTo>
                  <a:cubicBezTo>
                    <a:pt x="1870" y="100"/>
                    <a:pt x="1863" y="101"/>
                    <a:pt x="1857" y="101"/>
                  </a:cubicBezTo>
                  <a:cubicBezTo>
                    <a:pt x="1847" y="103"/>
                    <a:pt x="1842" y="109"/>
                    <a:pt x="1841" y="120"/>
                  </a:cubicBezTo>
                  <a:cubicBezTo>
                    <a:pt x="1838" y="147"/>
                    <a:pt x="1827" y="168"/>
                    <a:pt x="1797" y="174"/>
                  </a:cubicBezTo>
                  <a:cubicBezTo>
                    <a:pt x="1794" y="176"/>
                    <a:pt x="1792" y="178"/>
                    <a:pt x="1790" y="181"/>
                  </a:cubicBezTo>
                  <a:cubicBezTo>
                    <a:pt x="1793" y="187"/>
                    <a:pt x="1796" y="193"/>
                    <a:pt x="1801" y="198"/>
                  </a:cubicBezTo>
                  <a:cubicBezTo>
                    <a:pt x="1806" y="201"/>
                    <a:pt x="1812" y="204"/>
                    <a:pt x="1818" y="205"/>
                  </a:cubicBezTo>
                  <a:cubicBezTo>
                    <a:pt x="1814" y="204"/>
                    <a:pt x="1811" y="204"/>
                    <a:pt x="1808" y="204"/>
                  </a:cubicBezTo>
                  <a:cubicBezTo>
                    <a:pt x="1804" y="204"/>
                    <a:pt x="1801" y="204"/>
                    <a:pt x="1797" y="205"/>
                  </a:cubicBezTo>
                  <a:cubicBezTo>
                    <a:pt x="1787" y="207"/>
                    <a:pt x="1777" y="208"/>
                    <a:pt x="1767" y="208"/>
                  </a:cubicBezTo>
                  <a:cubicBezTo>
                    <a:pt x="1743" y="208"/>
                    <a:pt x="1718" y="203"/>
                    <a:pt x="1694" y="203"/>
                  </a:cubicBezTo>
                  <a:cubicBezTo>
                    <a:pt x="1675" y="203"/>
                    <a:pt x="1656" y="206"/>
                    <a:pt x="1638" y="218"/>
                  </a:cubicBezTo>
                  <a:cubicBezTo>
                    <a:pt x="1629" y="224"/>
                    <a:pt x="1611" y="225"/>
                    <a:pt x="1614" y="237"/>
                  </a:cubicBezTo>
                  <a:cubicBezTo>
                    <a:pt x="1616" y="251"/>
                    <a:pt x="1626" y="264"/>
                    <a:pt x="1636" y="274"/>
                  </a:cubicBezTo>
                  <a:cubicBezTo>
                    <a:pt x="1639" y="277"/>
                    <a:pt x="1642" y="279"/>
                    <a:pt x="1646" y="279"/>
                  </a:cubicBezTo>
                  <a:cubicBezTo>
                    <a:pt x="1651" y="279"/>
                    <a:pt x="1657" y="276"/>
                    <a:pt x="1662" y="273"/>
                  </a:cubicBezTo>
                  <a:cubicBezTo>
                    <a:pt x="1675" y="265"/>
                    <a:pt x="1690" y="261"/>
                    <a:pt x="1704" y="255"/>
                  </a:cubicBezTo>
                  <a:lnTo>
                    <a:pt x="1704" y="255"/>
                  </a:lnTo>
                  <a:cubicBezTo>
                    <a:pt x="1677" y="292"/>
                    <a:pt x="1624" y="289"/>
                    <a:pt x="1596" y="316"/>
                  </a:cubicBezTo>
                  <a:cubicBezTo>
                    <a:pt x="1574" y="338"/>
                    <a:pt x="1553" y="345"/>
                    <a:pt x="1530" y="345"/>
                  </a:cubicBezTo>
                  <a:cubicBezTo>
                    <a:pt x="1521" y="345"/>
                    <a:pt x="1511" y="344"/>
                    <a:pt x="1501" y="342"/>
                  </a:cubicBezTo>
                  <a:cubicBezTo>
                    <a:pt x="1482" y="338"/>
                    <a:pt x="1463" y="329"/>
                    <a:pt x="1444" y="322"/>
                  </a:cubicBezTo>
                  <a:cubicBezTo>
                    <a:pt x="1450" y="317"/>
                    <a:pt x="1456" y="316"/>
                    <a:pt x="1461" y="316"/>
                  </a:cubicBezTo>
                  <a:cubicBezTo>
                    <a:pt x="1475" y="316"/>
                    <a:pt x="1487" y="327"/>
                    <a:pt x="1500" y="332"/>
                  </a:cubicBezTo>
                  <a:cubicBezTo>
                    <a:pt x="1504" y="334"/>
                    <a:pt x="1509" y="334"/>
                    <a:pt x="1513" y="334"/>
                  </a:cubicBezTo>
                  <a:cubicBezTo>
                    <a:pt x="1534" y="334"/>
                    <a:pt x="1548" y="315"/>
                    <a:pt x="1566" y="308"/>
                  </a:cubicBezTo>
                  <a:cubicBezTo>
                    <a:pt x="1582" y="302"/>
                    <a:pt x="1569" y="287"/>
                    <a:pt x="1563" y="276"/>
                  </a:cubicBezTo>
                  <a:cubicBezTo>
                    <a:pt x="1558" y="266"/>
                    <a:pt x="1570" y="260"/>
                    <a:pt x="1578" y="254"/>
                  </a:cubicBezTo>
                  <a:cubicBezTo>
                    <a:pt x="1588" y="248"/>
                    <a:pt x="1608" y="247"/>
                    <a:pt x="1601" y="229"/>
                  </a:cubicBezTo>
                  <a:cubicBezTo>
                    <a:pt x="1597" y="218"/>
                    <a:pt x="1589" y="217"/>
                    <a:pt x="1580" y="217"/>
                  </a:cubicBezTo>
                  <a:cubicBezTo>
                    <a:pt x="1576" y="217"/>
                    <a:pt x="1572" y="217"/>
                    <a:pt x="1568" y="217"/>
                  </a:cubicBezTo>
                  <a:cubicBezTo>
                    <a:pt x="1566" y="217"/>
                    <a:pt x="1564" y="217"/>
                    <a:pt x="1562" y="217"/>
                  </a:cubicBezTo>
                  <a:cubicBezTo>
                    <a:pt x="1561" y="216"/>
                    <a:pt x="1559" y="216"/>
                    <a:pt x="1557" y="216"/>
                  </a:cubicBezTo>
                  <a:cubicBezTo>
                    <a:pt x="1537" y="216"/>
                    <a:pt x="1521" y="230"/>
                    <a:pt x="1498" y="230"/>
                  </a:cubicBezTo>
                  <a:cubicBezTo>
                    <a:pt x="1496" y="230"/>
                    <a:pt x="1494" y="230"/>
                    <a:pt x="1492" y="230"/>
                  </a:cubicBezTo>
                  <a:cubicBezTo>
                    <a:pt x="1456" y="226"/>
                    <a:pt x="1430" y="207"/>
                    <a:pt x="1400" y="195"/>
                  </a:cubicBezTo>
                  <a:cubicBezTo>
                    <a:pt x="1381" y="188"/>
                    <a:pt x="1363" y="185"/>
                    <a:pt x="1346" y="185"/>
                  </a:cubicBezTo>
                  <a:cubicBezTo>
                    <a:pt x="1295" y="185"/>
                    <a:pt x="1249" y="211"/>
                    <a:pt x="1203" y="236"/>
                  </a:cubicBezTo>
                  <a:cubicBezTo>
                    <a:pt x="1192" y="243"/>
                    <a:pt x="1188" y="252"/>
                    <a:pt x="1193" y="265"/>
                  </a:cubicBezTo>
                  <a:cubicBezTo>
                    <a:pt x="1198" y="277"/>
                    <a:pt x="1203" y="285"/>
                    <a:pt x="1215" y="285"/>
                  </a:cubicBezTo>
                  <a:cubicBezTo>
                    <a:pt x="1216" y="285"/>
                    <a:pt x="1218" y="285"/>
                    <a:pt x="1220" y="284"/>
                  </a:cubicBezTo>
                  <a:lnTo>
                    <a:pt x="1282" y="273"/>
                  </a:lnTo>
                  <a:cubicBezTo>
                    <a:pt x="1285" y="273"/>
                    <a:pt x="1288" y="272"/>
                    <a:pt x="1292" y="271"/>
                  </a:cubicBezTo>
                  <a:lnTo>
                    <a:pt x="1292" y="271"/>
                  </a:lnTo>
                  <a:cubicBezTo>
                    <a:pt x="1292" y="274"/>
                    <a:pt x="1291" y="276"/>
                    <a:pt x="1291" y="279"/>
                  </a:cubicBezTo>
                  <a:cubicBezTo>
                    <a:pt x="1285" y="308"/>
                    <a:pt x="1273" y="324"/>
                    <a:pt x="1251" y="324"/>
                  </a:cubicBezTo>
                  <a:cubicBezTo>
                    <a:pt x="1243" y="324"/>
                    <a:pt x="1232" y="322"/>
                    <a:pt x="1220" y="316"/>
                  </a:cubicBezTo>
                  <a:cubicBezTo>
                    <a:pt x="1178" y="297"/>
                    <a:pt x="1136" y="291"/>
                    <a:pt x="1092" y="291"/>
                  </a:cubicBezTo>
                  <a:cubicBezTo>
                    <a:pt x="1068" y="291"/>
                    <a:pt x="1044" y="293"/>
                    <a:pt x="1019" y="296"/>
                  </a:cubicBezTo>
                  <a:cubicBezTo>
                    <a:pt x="981" y="301"/>
                    <a:pt x="944" y="324"/>
                    <a:pt x="906" y="324"/>
                  </a:cubicBezTo>
                  <a:cubicBezTo>
                    <a:pt x="897" y="324"/>
                    <a:pt x="887" y="322"/>
                    <a:pt x="878" y="319"/>
                  </a:cubicBezTo>
                  <a:cubicBezTo>
                    <a:pt x="834" y="304"/>
                    <a:pt x="789" y="294"/>
                    <a:pt x="743" y="289"/>
                  </a:cubicBezTo>
                  <a:cubicBezTo>
                    <a:pt x="693" y="284"/>
                    <a:pt x="644" y="271"/>
                    <a:pt x="593" y="271"/>
                  </a:cubicBezTo>
                  <a:cubicBezTo>
                    <a:pt x="573" y="271"/>
                    <a:pt x="552" y="273"/>
                    <a:pt x="531" y="278"/>
                  </a:cubicBezTo>
                  <a:cubicBezTo>
                    <a:pt x="474" y="293"/>
                    <a:pt x="419" y="323"/>
                    <a:pt x="358" y="323"/>
                  </a:cubicBezTo>
                  <a:cubicBezTo>
                    <a:pt x="352" y="323"/>
                    <a:pt x="346" y="323"/>
                    <a:pt x="340" y="322"/>
                  </a:cubicBezTo>
                  <a:cubicBezTo>
                    <a:pt x="339" y="322"/>
                    <a:pt x="338" y="322"/>
                    <a:pt x="338" y="322"/>
                  </a:cubicBezTo>
                  <a:cubicBezTo>
                    <a:pt x="325" y="322"/>
                    <a:pt x="317" y="332"/>
                    <a:pt x="321" y="349"/>
                  </a:cubicBezTo>
                  <a:cubicBezTo>
                    <a:pt x="325" y="368"/>
                    <a:pt x="321" y="384"/>
                    <a:pt x="305" y="384"/>
                  </a:cubicBezTo>
                  <a:cubicBezTo>
                    <a:pt x="301" y="384"/>
                    <a:pt x="295" y="383"/>
                    <a:pt x="289" y="380"/>
                  </a:cubicBezTo>
                  <a:cubicBezTo>
                    <a:pt x="279" y="376"/>
                    <a:pt x="270" y="374"/>
                    <a:pt x="261" y="374"/>
                  </a:cubicBezTo>
                  <a:cubicBezTo>
                    <a:pt x="238" y="374"/>
                    <a:pt x="218" y="387"/>
                    <a:pt x="197" y="398"/>
                  </a:cubicBezTo>
                  <a:cubicBezTo>
                    <a:pt x="186" y="404"/>
                    <a:pt x="179" y="415"/>
                    <a:pt x="184" y="429"/>
                  </a:cubicBezTo>
                  <a:cubicBezTo>
                    <a:pt x="188" y="439"/>
                    <a:pt x="195" y="442"/>
                    <a:pt x="205" y="442"/>
                  </a:cubicBezTo>
                  <a:cubicBezTo>
                    <a:pt x="207" y="442"/>
                    <a:pt x="210" y="442"/>
                    <a:pt x="213" y="441"/>
                  </a:cubicBezTo>
                  <a:cubicBezTo>
                    <a:pt x="220" y="440"/>
                    <a:pt x="227" y="440"/>
                    <a:pt x="234" y="440"/>
                  </a:cubicBezTo>
                  <a:cubicBezTo>
                    <a:pt x="237" y="440"/>
                    <a:pt x="239" y="440"/>
                    <a:pt x="241" y="440"/>
                  </a:cubicBezTo>
                  <a:cubicBezTo>
                    <a:pt x="242" y="440"/>
                    <a:pt x="243" y="440"/>
                    <a:pt x="243" y="440"/>
                  </a:cubicBezTo>
                  <a:cubicBezTo>
                    <a:pt x="249" y="440"/>
                    <a:pt x="256" y="438"/>
                    <a:pt x="261" y="438"/>
                  </a:cubicBezTo>
                  <a:cubicBezTo>
                    <a:pt x="266" y="438"/>
                    <a:pt x="269" y="440"/>
                    <a:pt x="269" y="444"/>
                  </a:cubicBezTo>
                  <a:cubicBezTo>
                    <a:pt x="269" y="455"/>
                    <a:pt x="256" y="458"/>
                    <a:pt x="245" y="458"/>
                  </a:cubicBezTo>
                  <a:cubicBezTo>
                    <a:pt x="243" y="458"/>
                    <a:pt x="241" y="458"/>
                    <a:pt x="239" y="458"/>
                  </a:cubicBezTo>
                  <a:cubicBezTo>
                    <a:pt x="234" y="457"/>
                    <a:pt x="229" y="457"/>
                    <a:pt x="224" y="457"/>
                  </a:cubicBezTo>
                  <a:cubicBezTo>
                    <a:pt x="170" y="457"/>
                    <a:pt x="126" y="489"/>
                    <a:pt x="79" y="510"/>
                  </a:cubicBezTo>
                  <a:cubicBezTo>
                    <a:pt x="41" y="528"/>
                    <a:pt x="70" y="556"/>
                    <a:pt x="68" y="578"/>
                  </a:cubicBezTo>
                  <a:cubicBezTo>
                    <a:pt x="68" y="588"/>
                    <a:pt x="73" y="591"/>
                    <a:pt x="79" y="591"/>
                  </a:cubicBezTo>
                  <a:cubicBezTo>
                    <a:pt x="85" y="591"/>
                    <a:pt x="92" y="588"/>
                    <a:pt x="97" y="588"/>
                  </a:cubicBezTo>
                  <a:cubicBezTo>
                    <a:pt x="103" y="588"/>
                    <a:pt x="108" y="592"/>
                    <a:pt x="113" y="595"/>
                  </a:cubicBezTo>
                  <a:cubicBezTo>
                    <a:pt x="110" y="599"/>
                    <a:pt x="105" y="602"/>
                    <a:pt x="100" y="606"/>
                  </a:cubicBezTo>
                  <a:cubicBezTo>
                    <a:pt x="77" y="615"/>
                    <a:pt x="52" y="623"/>
                    <a:pt x="29" y="633"/>
                  </a:cubicBezTo>
                  <a:cubicBezTo>
                    <a:pt x="19" y="637"/>
                    <a:pt x="11" y="647"/>
                    <a:pt x="16" y="658"/>
                  </a:cubicBezTo>
                  <a:cubicBezTo>
                    <a:pt x="19" y="664"/>
                    <a:pt x="22" y="665"/>
                    <a:pt x="26" y="665"/>
                  </a:cubicBezTo>
                  <a:cubicBezTo>
                    <a:pt x="31" y="665"/>
                    <a:pt x="37" y="663"/>
                    <a:pt x="42" y="662"/>
                  </a:cubicBezTo>
                  <a:cubicBezTo>
                    <a:pt x="67" y="655"/>
                    <a:pt x="95" y="652"/>
                    <a:pt x="118" y="640"/>
                  </a:cubicBezTo>
                  <a:cubicBezTo>
                    <a:pt x="127" y="635"/>
                    <a:pt x="136" y="634"/>
                    <a:pt x="145" y="634"/>
                  </a:cubicBezTo>
                  <a:cubicBezTo>
                    <a:pt x="161" y="634"/>
                    <a:pt x="177" y="638"/>
                    <a:pt x="192" y="638"/>
                  </a:cubicBezTo>
                  <a:cubicBezTo>
                    <a:pt x="205" y="638"/>
                    <a:pt x="217" y="635"/>
                    <a:pt x="228" y="624"/>
                  </a:cubicBezTo>
                  <a:cubicBezTo>
                    <a:pt x="241" y="612"/>
                    <a:pt x="253" y="600"/>
                    <a:pt x="266" y="588"/>
                  </a:cubicBezTo>
                  <a:cubicBezTo>
                    <a:pt x="276" y="579"/>
                    <a:pt x="286" y="576"/>
                    <a:pt x="297" y="576"/>
                  </a:cubicBezTo>
                  <a:cubicBezTo>
                    <a:pt x="310" y="576"/>
                    <a:pt x="325" y="580"/>
                    <a:pt x="339" y="580"/>
                  </a:cubicBezTo>
                  <a:cubicBezTo>
                    <a:pt x="345" y="580"/>
                    <a:pt x="351" y="580"/>
                    <a:pt x="357" y="577"/>
                  </a:cubicBezTo>
                  <a:cubicBezTo>
                    <a:pt x="385" y="567"/>
                    <a:pt x="413" y="550"/>
                    <a:pt x="444" y="550"/>
                  </a:cubicBezTo>
                  <a:cubicBezTo>
                    <a:pt x="457" y="550"/>
                    <a:pt x="470" y="552"/>
                    <a:pt x="485" y="560"/>
                  </a:cubicBezTo>
                  <a:cubicBezTo>
                    <a:pt x="521" y="578"/>
                    <a:pt x="571" y="576"/>
                    <a:pt x="564" y="638"/>
                  </a:cubicBezTo>
                  <a:cubicBezTo>
                    <a:pt x="562" y="648"/>
                    <a:pt x="567" y="665"/>
                    <a:pt x="575" y="672"/>
                  </a:cubicBezTo>
                  <a:cubicBezTo>
                    <a:pt x="609" y="700"/>
                    <a:pt x="606" y="754"/>
                    <a:pt x="595" y="768"/>
                  </a:cubicBezTo>
                  <a:cubicBezTo>
                    <a:pt x="566" y="806"/>
                    <a:pt x="577" y="834"/>
                    <a:pt x="589" y="869"/>
                  </a:cubicBezTo>
                  <a:cubicBezTo>
                    <a:pt x="593" y="880"/>
                    <a:pt x="585" y="896"/>
                    <a:pt x="579" y="908"/>
                  </a:cubicBezTo>
                  <a:cubicBezTo>
                    <a:pt x="551" y="966"/>
                    <a:pt x="498" y="1007"/>
                    <a:pt x="470" y="1066"/>
                  </a:cubicBezTo>
                  <a:cubicBezTo>
                    <a:pt x="450" y="1106"/>
                    <a:pt x="440" y="1241"/>
                    <a:pt x="473" y="1265"/>
                  </a:cubicBezTo>
                  <a:cubicBezTo>
                    <a:pt x="520" y="1300"/>
                    <a:pt x="512" y="1344"/>
                    <a:pt x="520" y="1389"/>
                  </a:cubicBezTo>
                  <a:cubicBezTo>
                    <a:pt x="525" y="1416"/>
                    <a:pt x="525" y="1461"/>
                    <a:pt x="532" y="1467"/>
                  </a:cubicBezTo>
                  <a:cubicBezTo>
                    <a:pt x="574" y="1500"/>
                    <a:pt x="571" y="1558"/>
                    <a:pt x="606" y="1593"/>
                  </a:cubicBezTo>
                  <a:cubicBezTo>
                    <a:pt x="613" y="1601"/>
                    <a:pt x="620" y="1605"/>
                    <a:pt x="628" y="1605"/>
                  </a:cubicBezTo>
                  <a:cubicBezTo>
                    <a:pt x="632" y="1605"/>
                    <a:pt x="636" y="1604"/>
                    <a:pt x="640" y="1602"/>
                  </a:cubicBezTo>
                  <a:cubicBezTo>
                    <a:pt x="653" y="1594"/>
                    <a:pt x="653" y="1580"/>
                    <a:pt x="645" y="1570"/>
                  </a:cubicBezTo>
                  <a:cubicBezTo>
                    <a:pt x="605" y="1515"/>
                    <a:pt x="609" y="1445"/>
                    <a:pt x="578" y="1387"/>
                  </a:cubicBezTo>
                  <a:cubicBezTo>
                    <a:pt x="575" y="1381"/>
                    <a:pt x="580" y="1371"/>
                    <a:pt x="582" y="1363"/>
                  </a:cubicBezTo>
                  <a:cubicBezTo>
                    <a:pt x="582" y="1362"/>
                    <a:pt x="587" y="1361"/>
                    <a:pt x="589" y="1361"/>
                  </a:cubicBezTo>
                  <a:cubicBezTo>
                    <a:pt x="590" y="1361"/>
                    <a:pt x="591" y="1361"/>
                    <a:pt x="591" y="1361"/>
                  </a:cubicBezTo>
                  <a:cubicBezTo>
                    <a:pt x="594" y="1368"/>
                    <a:pt x="599" y="1375"/>
                    <a:pt x="599" y="1383"/>
                  </a:cubicBezTo>
                  <a:cubicBezTo>
                    <a:pt x="599" y="1443"/>
                    <a:pt x="639" y="1489"/>
                    <a:pt x="666" y="1538"/>
                  </a:cubicBezTo>
                  <a:cubicBezTo>
                    <a:pt x="690" y="1581"/>
                    <a:pt x="732" y="1616"/>
                    <a:pt x="709" y="1674"/>
                  </a:cubicBezTo>
                  <a:cubicBezTo>
                    <a:pt x="704" y="1686"/>
                    <a:pt x="714" y="1694"/>
                    <a:pt x="723" y="1703"/>
                  </a:cubicBezTo>
                  <a:cubicBezTo>
                    <a:pt x="744" y="1725"/>
                    <a:pt x="772" y="1738"/>
                    <a:pt x="797" y="1755"/>
                  </a:cubicBezTo>
                  <a:cubicBezTo>
                    <a:pt x="839" y="1781"/>
                    <a:pt x="878" y="1813"/>
                    <a:pt x="928" y="1813"/>
                  </a:cubicBezTo>
                  <a:cubicBezTo>
                    <a:pt x="939" y="1813"/>
                    <a:pt x="951" y="1812"/>
                    <a:pt x="963" y="1808"/>
                  </a:cubicBezTo>
                  <a:cubicBezTo>
                    <a:pt x="966" y="1807"/>
                    <a:pt x="968" y="1806"/>
                    <a:pt x="970" y="1806"/>
                  </a:cubicBezTo>
                  <a:cubicBezTo>
                    <a:pt x="981" y="1806"/>
                    <a:pt x="987" y="1815"/>
                    <a:pt x="993" y="1824"/>
                  </a:cubicBezTo>
                  <a:cubicBezTo>
                    <a:pt x="1011" y="1853"/>
                    <a:pt x="1037" y="1868"/>
                    <a:pt x="1071" y="1876"/>
                  </a:cubicBezTo>
                  <a:cubicBezTo>
                    <a:pt x="1108" y="1885"/>
                    <a:pt x="1151" y="1895"/>
                    <a:pt x="1162" y="1936"/>
                  </a:cubicBezTo>
                  <a:cubicBezTo>
                    <a:pt x="1174" y="1979"/>
                    <a:pt x="1205" y="2004"/>
                    <a:pt x="1235" y="2024"/>
                  </a:cubicBezTo>
                  <a:cubicBezTo>
                    <a:pt x="1250" y="2034"/>
                    <a:pt x="1270" y="2060"/>
                    <a:pt x="1292" y="2060"/>
                  </a:cubicBezTo>
                  <a:cubicBezTo>
                    <a:pt x="1304" y="2060"/>
                    <a:pt x="1316" y="2052"/>
                    <a:pt x="1329" y="2028"/>
                  </a:cubicBezTo>
                  <a:cubicBezTo>
                    <a:pt x="1331" y="2023"/>
                    <a:pt x="1336" y="2019"/>
                    <a:pt x="1340" y="2019"/>
                  </a:cubicBezTo>
                  <a:cubicBezTo>
                    <a:pt x="1345" y="2019"/>
                    <a:pt x="1351" y="2023"/>
                    <a:pt x="1355" y="2033"/>
                  </a:cubicBezTo>
                  <a:cubicBezTo>
                    <a:pt x="1385" y="2106"/>
                    <a:pt x="1368" y="2170"/>
                    <a:pt x="1310" y="2226"/>
                  </a:cubicBezTo>
                  <a:cubicBezTo>
                    <a:pt x="1282" y="2254"/>
                    <a:pt x="1265" y="2293"/>
                    <a:pt x="1289" y="2333"/>
                  </a:cubicBezTo>
                  <a:cubicBezTo>
                    <a:pt x="1297" y="2346"/>
                    <a:pt x="1296" y="2351"/>
                    <a:pt x="1287" y="2361"/>
                  </a:cubicBezTo>
                  <a:cubicBezTo>
                    <a:pt x="1262" y="2387"/>
                    <a:pt x="1262" y="2426"/>
                    <a:pt x="1284" y="2445"/>
                  </a:cubicBezTo>
                  <a:cubicBezTo>
                    <a:pt x="1325" y="2481"/>
                    <a:pt x="1345" y="2529"/>
                    <a:pt x="1369" y="2575"/>
                  </a:cubicBezTo>
                  <a:cubicBezTo>
                    <a:pt x="1406" y="2643"/>
                    <a:pt x="1440" y="2712"/>
                    <a:pt x="1520" y="2746"/>
                  </a:cubicBezTo>
                  <a:cubicBezTo>
                    <a:pt x="1563" y="2765"/>
                    <a:pt x="1587" y="2806"/>
                    <a:pt x="1588" y="2860"/>
                  </a:cubicBezTo>
                  <a:cubicBezTo>
                    <a:pt x="1590" y="2940"/>
                    <a:pt x="1593" y="3020"/>
                    <a:pt x="1599" y="3101"/>
                  </a:cubicBezTo>
                  <a:cubicBezTo>
                    <a:pt x="1603" y="3161"/>
                    <a:pt x="1633" y="3219"/>
                    <a:pt x="1613" y="3282"/>
                  </a:cubicBezTo>
                  <a:cubicBezTo>
                    <a:pt x="1604" y="3307"/>
                    <a:pt x="1608" y="3332"/>
                    <a:pt x="1618" y="3356"/>
                  </a:cubicBezTo>
                  <a:cubicBezTo>
                    <a:pt x="1630" y="3386"/>
                    <a:pt x="1634" y="3419"/>
                    <a:pt x="1629" y="3451"/>
                  </a:cubicBezTo>
                  <a:cubicBezTo>
                    <a:pt x="1627" y="3475"/>
                    <a:pt x="1637" y="3502"/>
                    <a:pt x="1664" y="3514"/>
                  </a:cubicBezTo>
                  <a:cubicBezTo>
                    <a:pt x="1664" y="3514"/>
                    <a:pt x="1665" y="3514"/>
                    <a:pt x="1666" y="3514"/>
                  </a:cubicBezTo>
                  <a:cubicBezTo>
                    <a:pt x="1669" y="3514"/>
                    <a:pt x="1674" y="3512"/>
                    <a:pt x="1677" y="3512"/>
                  </a:cubicBezTo>
                  <a:cubicBezTo>
                    <a:pt x="1681" y="3512"/>
                    <a:pt x="1683" y="3514"/>
                    <a:pt x="1682" y="3521"/>
                  </a:cubicBezTo>
                  <a:cubicBezTo>
                    <a:pt x="1681" y="3535"/>
                    <a:pt x="1699" y="3550"/>
                    <a:pt x="1680" y="3564"/>
                  </a:cubicBezTo>
                  <a:cubicBezTo>
                    <a:pt x="1670" y="3571"/>
                    <a:pt x="1656" y="3592"/>
                    <a:pt x="1667" y="3596"/>
                  </a:cubicBezTo>
                  <a:cubicBezTo>
                    <a:pt x="1695" y="3607"/>
                    <a:pt x="1685" y="3631"/>
                    <a:pt x="1692" y="3648"/>
                  </a:cubicBezTo>
                  <a:cubicBezTo>
                    <a:pt x="1709" y="3690"/>
                    <a:pt x="1735" y="3728"/>
                    <a:pt x="1768" y="3760"/>
                  </a:cubicBezTo>
                  <a:cubicBezTo>
                    <a:pt x="1819" y="3810"/>
                    <a:pt x="1876" y="3839"/>
                    <a:pt x="1944" y="3839"/>
                  </a:cubicBezTo>
                  <a:cubicBezTo>
                    <a:pt x="1955" y="3839"/>
                    <a:pt x="1966" y="3839"/>
                    <a:pt x="1977" y="3837"/>
                  </a:cubicBezTo>
                  <a:cubicBezTo>
                    <a:pt x="1983" y="3836"/>
                    <a:pt x="1989" y="3832"/>
                    <a:pt x="1992" y="3826"/>
                  </a:cubicBezTo>
                  <a:cubicBezTo>
                    <a:pt x="1996" y="3819"/>
                    <a:pt x="1990" y="3813"/>
                    <a:pt x="1983" y="3809"/>
                  </a:cubicBezTo>
                  <a:cubicBezTo>
                    <a:pt x="1964" y="3797"/>
                    <a:pt x="1945" y="3785"/>
                    <a:pt x="1925" y="3774"/>
                  </a:cubicBezTo>
                  <a:cubicBezTo>
                    <a:pt x="1871" y="3745"/>
                    <a:pt x="1862" y="3703"/>
                    <a:pt x="1896" y="3653"/>
                  </a:cubicBezTo>
                  <a:cubicBezTo>
                    <a:pt x="1914" y="3627"/>
                    <a:pt x="1916" y="3600"/>
                    <a:pt x="1878" y="3586"/>
                  </a:cubicBezTo>
                  <a:cubicBezTo>
                    <a:pt x="1866" y="3582"/>
                    <a:pt x="1847" y="3574"/>
                    <a:pt x="1862" y="3560"/>
                  </a:cubicBezTo>
                  <a:cubicBezTo>
                    <a:pt x="1880" y="3544"/>
                    <a:pt x="1880" y="3525"/>
                    <a:pt x="1884" y="3506"/>
                  </a:cubicBezTo>
                  <a:cubicBezTo>
                    <a:pt x="1889" y="3480"/>
                    <a:pt x="1862" y="3440"/>
                    <a:pt x="1916" y="3435"/>
                  </a:cubicBezTo>
                  <a:cubicBezTo>
                    <a:pt x="1918" y="3435"/>
                    <a:pt x="1920" y="3425"/>
                    <a:pt x="1919" y="3420"/>
                  </a:cubicBezTo>
                  <a:cubicBezTo>
                    <a:pt x="1910" y="3391"/>
                    <a:pt x="1921" y="3382"/>
                    <a:pt x="1947" y="3382"/>
                  </a:cubicBezTo>
                  <a:cubicBezTo>
                    <a:pt x="1949" y="3382"/>
                    <a:pt x="1951" y="3383"/>
                    <a:pt x="1953" y="3383"/>
                  </a:cubicBezTo>
                  <a:cubicBezTo>
                    <a:pt x="1954" y="3383"/>
                    <a:pt x="1955" y="3383"/>
                    <a:pt x="1956" y="3383"/>
                  </a:cubicBezTo>
                  <a:cubicBezTo>
                    <a:pt x="1979" y="3383"/>
                    <a:pt x="1999" y="3369"/>
                    <a:pt x="2010" y="3347"/>
                  </a:cubicBezTo>
                  <a:cubicBezTo>
                    <a:pt x="2021" y="3325"/>
                    <a:pt x="2018" y="3305"/>
                    <a:pt x="2001" y="3287"/>
                  </a:cubicBezTo>
                  <a:cubicBezTo>
                    <a:pt x="1996" y="3282"/>
                    <a:pt x="1995" y="3273"/>
                    <a:pt x="1992" y="3266"/>
                  </a:cubicBezTo>
                  <a:lnTo>
                    <a:pt x="1992" y="3266"/>
                  </a:lnTo>
                  <a:cubicBezTo>
                    <a:pt x="1999" y="3266"/>
                    <a:pt x="2005" y="3267"/>
                    <a:pt x="2012" y="3268"/>
                  </a:cubicBezTo>
                  <a:cubicBezTo>
                    <a:pt x="2016" y="3270"/>
                    <a:pt x="2020" y="3270"/>
                    <a:pt x="2024" y="3270"/>
                  </a:cubicBezTo>
                  <a:cubicBezTo>
                    <a:pt x="2033" y="3270"/>
                    <a:pt x="2042" y="3267"/>
                    <a:pt x="2050" y="3262"/>
                  </a:cubicBezTo>
                  <a:cubicBezTo>
                    <a:pt x="2098" y="3234"/>
                    <a:pt x="2109" y="3179"/>
                    <a:pt x="2137" y="3137"/>
                  </a:cubicBezTo>
                  <a:cubicBezTo>
                    <a:pt x="2156" y="3108"/>
                    <a:pt x="2179" y="3078"/>
                    <a:pt x="2164" y="3038"/>
                  </a:cubicBezTo>
                  <a:cubicBezTo>
                    <a:pt x="2151" y="3002"/>
                    <a:pt x="2175" y="2987"/>
                    <a:pt x="2199" y="2966"/>
                  </a:cubicBezTo>
                  <a:cubicBezTo>
                    <a:pt x="2233" y="2938"/>
                    <a:pt x="2284" y="2941"/>
                    <a:pt x="2307" y="2912"/>
                  </a:cubicBezTo>
                  <a:cubicBezTo>
                    <a:pt x="2354" y="2852"/>
                    <a:pt x="2372" y="2779"/>
                    <a:pt x="2374" y="2702"/>
                  </a:cubicBezTo>
                  <a:cubicBezTo>
                    <a:pt x="2375" y="2674"/>
                    <a:pt x="2366" y="2646"/>
                    <a:pt x="2393" y="2621"/>
                  </a:cubicBezTo>
                  <a:cubicBezTo>
                    <a:pt x="2418" y="2596"/>
                    <a:pt x="2438" y="2567"/>
                    <a:pt x="2453" y="2535"/>
                  </a:cubicBezTo>
                  <a:cubicBezTo>
                    <a:pt x="2487" y="2459"/>
                    <a:pt x="2467" y="2421"/>
                    <a:pt x="2371" y="2363"/>
                  </a:cubicBezTo>
                  <a:cubicBezTo>
                    <a:pt x="2349" y="2350"/>
                    <a:pt x="2327" y="2333"/>
                    <a:pt x="2300" y="2333"/>
                  </a:cubicBezTo>
                  <a:cubicBezTo>
                    <a:pt x="2296" y="2333"/>
                    <a:pt x="2293" y="2333"/>
                    <a:pt x="2289" y="2333"/>
                  </a:cubicBezTo>
                  <a:cubicBezTo>
                    <a:pt x="2286" y="2334"/>
                    <a:pt x="2283" y="2334"/>
                    <a:pt x="2280" y="2334"/>
                  </a:cubicBezTo>
                  <a:cubicBezTo>
                    <a:pt x="2259" y="2334"/>
                    <a:pt x="2242" y="2324"/>
                    <a:pt x="2225" y="2315"/>
                  </a:cubicBezTo>
                  <a:cubicBezTo>
                    <a:pt x="2194" y="2297"/>
                    <a:pt x="2161" y="2283"/>
                    <a:pt x="2127" y="2271"/>
                  </a:cubicBezTo>
                  <a:cubicBezTo>
                    <a:pt x="2111" y="2266"/>
                    <a:pt x="2084" y="2263"/>
                    <a:pt x="2081" y="2235"/>
                  </a:cubicBezTo>
                  <a:cubicBezTo>
                    <a:pt x="2072" y="2165"/>
                    <a:pt x="2033" y="2082"/>
                    <a:pt x="1954" y="2082"/>
                  </a:cubicBezTo>
                  <a:cubicBezTo>
                    <a:pt x="1950" y="2082"/>
                    <a:pt x="1946" y="2083"/>
                    <a:pt x="1942" y="2083"/>
                  </a:cubicBezTo>
                  <a:cubicBezTo>
                    <a:pt x="1939" y="2084"/>
                    <a:pt x="1937" y="2084"/>
                    <a:pt x="1934" y="2084"/>
                  </a:cubicBezTo>
                  <a:cubicBezTo>
                    <a:pt x="1921" y="2084"/>
                    <a:pt x="1908" y="2078"/>
                    <a:pt x="1899" y="2068"/>
                  </a:cubicBezTo>
                  <a:cubicBezTo>
                    <a:pt x="1869" y="2038"/>
                    <a:pt x="1841" y="2005"/>
                    <a:pt x="1807" y="1981"/>
                  </a:cubicBezTo>
                  <a:cubicBezTo>
                    <a:pt x="1789" y="1968"/>
                    <a:pt x="1771" y="1947"/>
                    <a:pt x="1747" y="1947"/>
                  </a:cubicBezTo>
                  <a:cubicBezTo>
                    <a:pt x="1741" y="1947"/>
                    <a:pt x="1735" y="1948"/>
                    <a:pt x="1729" y="1951"/>
                  </a:cubicBezTo>
                  <a:cubicBezTo>
                    <a:pt x="1723" y="1953"/>
                    <a:pt x="1717" y="1954"/>
                    <a:pt x="1712" y="1954"/>
                  </a:cubicBezTo>
                  <a:cubicBezTo>
                    <a:pt x="1700" y="1954"/>
                    <a:pt x="1688" y="1950"/>
                    <a:pt x="1677" y="1950"/>
                  </a:cubicBezTo>
                  <a:cubicBezTo>
                    <a:pt x="1642" y="1950"/>
                    <a:pt x="1620" y="1918"/>
                    <a:pt x="1587" y="1918"/>
                  </a:cubicBezTo>
                  <a:cubicBezTo>
                    <a:pt x="1586" y="1918"/>
                    <a:pt x="1585" y="1918"/>
                    <a:pt x="1585" y="1918"/>
                  </a:cubicBezTo>
                  <a:cubicBezTo>
                    <a:pt x="1579" y="1918"/>
                    <a:pt x="1567" y="1926"/>
                    <a:pt x="1559" y="1926"/>
                  </a:cubicBezTo>
                  <a:cubicBezTo>
                    <a:pt x="1553" y="1926"/>
                    <a:pt x="1548" y="1921"/>
                    <a:pt x="1551" y="1902"/>
                  </a:cubicBezTo>
                  <a:cubicBezTo>
                    <a:pt x="1552" y="1895"/>
                    <a:pt x="1543" y="1891"/>
                    <a:pt x="1537" y="1891"/>
                  </a:cubicBezTo>
                  <a:cubicBezTo>
                    <a:pt x="1534" y="1891"/>
                    <a:pt x="1532" y="1892"/>
                    <a:pt x="1530" y="1893"/>
                  </a:cubicBezTo>
                  <a:cubicBezTo>
                    <a:pt x="1502" y="1928"/>
                    <a:pt x="1448" y="1928"/>
                    <a:pt x="1425" y="1970"/>
                  </a:cubicBezTo>
                  <a:cubicBezTo>
                    <a:pt x="1417" y="1984"/>
                    <a:pt x="1407" y="1996"/>
                    <a:pt x="1393" y="1996"/>
                  </a:cubicBezTo>
                  <a:cubicBezTo>
                    <a:pt x="1387" y="1996"/>
                    <a:pt x="1379" y="1993"/>
                    <a:pt x="1370" y="1986"/>
                  </a:cubicBezTo>
                  <a:cubicBezTo>
                    <a:pt x="1361" y="1979"/>
                    <a:pt x="1350" y="1976"/>
                    <a:pt x="1339" y="1976"/>
                  </a:cubicBezTo>
                  <a:cubicBezTo>
                    <a:pt x="1332" y="1976"/>
                    <a:pt x="1325" y="1977"/>
                    <a:pt x="1318" y="1981"/>
                  </a:cubicBezTo>
                  <a:cubicBezTo>
                    <a:pt x="1304" y="1986"/>
                    <a:pt x="1293" y="1989"/>
                    <a:pt x="1283" y="1989"/>
                  </a:cubicBezTo>
                  <a:cubicBezTo>
                    <a:pt x="1260" y="1989"/>
                    <a:pt x="1248" y="1972"/>
                    <a:pt x="1246" y="1935"/>
                  </a:cubicBezTo>
                  <a:cubicBezTo>
                    <a:pt x="1245" y="1911"/>
                    <a:pt x="1249" y="1887"/>
                    <a:pt x="1256" y="1864"/>
                  </a:cubicBezTo>
                  <a:cubicBezTo>
                    <a:pt x="1270" y="1822"/>
                    <a:pt x="1247" y="1792"/>
                    <a:pt x="1203" y="1792"/>
                  </a:cubicBezTo>
                  <a:cubicBezTo>
                    <a:pt x="1202" y="1792"/>
                    <a:pt x="1200" y="1792"/>
                    <a:pt x="1198" y="1792"/>
                  </a:cubicBezTo>
                  <a:cubicBezTo>
                    <a:pt x="1187" y="1793"/>
                    <a:pt x="1176" y="1794"/>
                    <a:pt x="1164" y="1795"/>
                  </a:cubicBezTo>
                  <a:cubicBezTo>
                    <a:pt x="1163" y="1795"/>
                    <a:pt x="1161" y="1795"/>
                    <a:pt x="1160" y="1795"/>
                  </a:cubicBezTo>
                  <a:cubicBezTo>
                    <a:pt x="1147" y="1795"/>
                    <a:pt x="1141" y="1792"/>
                    <a:pt x="1146" y="1773"/>
                  </a:cubicBezTo>
                  <a:cubicBezTo>
                    <a:pt x="1155" y="1737"/>
                    <a:pt x="1172" y="1706"/>
                    <a:pt x="1191" y="1674"/>
                  </a:cubicBezTo>
                  <a:cubicBezTo>
                    <a:pt x="1199" y="1660"/>
                    <a:pt x="1200" y="1649"/>
                    <a:pt x="1188" y="1640"/>
                  </a:cubicBezTo>
                  <a:cubicBezTo>
                    <a:pt x="1179" y="1632"/>
                    <a:pt x="1167" y="1629"/>
                    <a:pt x="1154" y="1629"/>
                  </a:cubicBezTo>
                  <a:cubicBezTo>
                    <a:pt x="1124" y="1629"/>
                    <a:pt x="1089" y="1646"/>
                    <a:pt x="1081" y="1671"/>
                  </a:cubicBezTo>
                  <a:cubicBezTo>
                    <a:pt x="1072" y="1701"/>
                    <a:pt x="1038" y="1723"/>
                    <a:pt x="1006" y="1723"/>
                  </a:cubicBezTo>
                  <a:cubicBezTo>
                    <a:pt x="995" y="1723"/>
                    <a:pt x="985" y="1720"/>
                    <a:pt x="976" y="1714"/>
                  </a:cubicBezTo>
                  <a:cubicBezTo>
                    <a:pt x="941" y="1690"/>
                    <a:pt x="917" y="1646"/>
                    <a:pt x="930" y="1610"/>
                  </a:cubicBezTo>
                  <a:cubicBezTo>
                    <a:pt x="957" y="1538"/>
                    <a:pt x="967" y="1443"/>
                    <a:pt x="1064" y="1425"/>
                  </a:cubicBezTo>
                  <a:cubicBezTo>
                    <a:pt x="1125" y="1413"/>
                    <a:pt x="1186" y="1405"/>
                    <a:pt x="1249" y="1401"/>
                  </a:cubicBezTo>
                  <a:cubicBezTo>
                    <a:pt x="1251" y="1401"/>
                    <a:pt x="1253" y="1401"/>
                    <a:pt x="1255" y="1401"/>
                  </a:cubicBezTo>
                  <a:cubicBezTo>
                    <a:pt x="1290" y="1401"/>
                    <a:pt x="1329" y="1421"/>
                    <a:pt x="1315" y="1476"/>
                  </a:cubicBezTo>
                  <a:cubicBezTo>
                    <a:pt x="1312" y="1488"/>
                    <a:pt x="1322" y="1503"/>
                    <a:pt x="1328" y="1516"/>
                  </a:cubicBezTo>
                  <a:cubicBezTo>
                    <a:pt x="1335" y="1530"/>
                    <a:pt x="1345" y="1545"/>
                    <a:pt x="1362" y="1545"/>
                  </a:cubicBezTo>
                  <a:cubicBezTo>
                    <a:pt x="1362" y="1545"/>
                    <a:pt x="1362" y="1545"/>
                    <a:pt x="1362" y="1545"/>
                  </a:cubicBezTo>
                  <a:cubicBezTo>
                    <a:pt x="1382" y="1544"/>
                    <a:pt x="1386" y="1526"/>
                    <a:pt x="1392" y="1511"/>
                  </a:cubicBezTo>
                  <a:cubicBezTo>
                    <a:pt x="1399" y="1491"/>
                    <a:pt x="1399" y="1469"/>
                    <a:pt x="1393" y="1449"/>
                  </a:cubicBezTo>
                  <a:cubicBezTo>
                    <a:pt x="1373" y="1389"/>
                    <a:pt x="1393" y="1348"/>
                    <a:pt x="1449" y="1320"/>
                  </a:cubicBezTo>
                  <a:cubicBezTo>
                    <a:pt x="1478" y="1305"/>
                    <a:pt x="1504" y="1283"/>
                    <a:pt x="1533" y="1266"/>
                  </a:cubicBezTo>
                  <a:cubicBezTo>
                    <a:pt x="1575" y="1242"/>
                    <a:pt x="1561" y="1187"/>
                    <a:pt x="1599" y="1157"/>
                  </a:cubicBezTo>
                  <a:cubicBezTo>
                    <a:pt x="1640" y="1125"/>
                    <a:pt x="1666" y="1074"/>
                    <a:pt x="1727" y="1072"/>
                  </a:cubicBezTo>
                  <a:cubicBezTo>
                    <a:pt x="1737" y="1072"/>
                    <a:pt x="1748" y="1068"/>
                    <a:pt x="1750" y="1057"/>
                  </a:cubicBezTo>
                  <a:cubicBezTo>
                    <a:pt x="1757" y="1013"/>
                    <a:pt x="1796" y="1006"/>
                    <a:pt x="1827" y="989"/>
                  </a:cubicBezTo>
                  <a:cubicBezTo>
                    <a:pt x="1831" y="987"/>
                    <a:pt x="1838" y="983"/>
                    <a:pt x="1842" y="983"/>
                  </a:cubicBezTo>
                  <a:cubicBezTo>
                    <a:pt x="1847" y="983"/>
                    <a:pt x="1851" y="987"/>
                    <a:pt x="1849" y="1002"/>
                  </a:cubicBezTo>
                  <a:cubicBezTo>
                    <a:pt x="1847" y="1015"/>
                    <a:pt x="1857" y="1022"/>
                    <a:pt x="1867" y="1022"/>
                  </a:cubicBezTo>
                  <a:cubicBezTo>
                    <a:pt x="1872" y="1022"/>
                    <a:pt x="1877" y="1021"/>
                    <a:pt x="1881" y="1018"/>
                  </a:cubicBezTo>
                  <a:cubicBezTo>
                    <a:pt x="1918" y="993"/>
                    <a:pt x="1961" y="983"/>
                    <a:pt x="1999" y="963"/>
                  </a:cubicBezTo>
                  <a:cubicBezTo>
                    <a:pt x="2018" y="953"/>
                    <a:pt x="2032" y="939"/>
                    <a:pt x="2019" y="920"/>
                  </a:cubicBezTo>
                  <a:cubicBezTo>
                    <a:pt x="2015" y="912"/>
                    <a:pt x="2010" y="910"/>
                    <a:pt x="2006" y="910"/>
                  </a:cubicBezTo>
                  <a:cubicBezTo>
                    <a:pt x="1996" y="910"/>
                    <a:pt x="1988" y="922"/>
                    <a:pt x="1979" y="927"/>
                  </a:cubicBezTo>
                  <a:cubicBezTo>
                    <a:pt x="1970" y="933"/>
                    <a:pt x="1960" y="938"/>
                    <a:pt x="1951" y="938"/>
                  </a:cubicBezTo>
                  <a:cubicBezTo>
                    <a:pt x="1944" y="938"/>
                    <a:pt x="1937" y="935"/>
                    <a:pt x="1930" y="927"/>
                  </a:cubicBezTo>
                  <a:cubicBezTo>
                    <a:pt x="1916" y="909"/>
                    <a:pt x="1927" y="898"/>
                    <a:pt x="1942" y="888"/>
                  </a:cubicBezTo>
                  <a:cubicBezTo>
                    <a:pt x="1957" y="879"/>
                    <a:pt x="1956" y="865"/>
                    <a:pt x="1950" y="849"/>
                  </a:cubicBezTo>
                  <a:cubicBezTo>
                    <a:pt x="1947" y="842"/>
                    <a:pt x="1928" y="845"/>
                    <a:pt x="1939" y="836"/>
                  </a:cubicBezTo>
                  <a:cubicBezTo>
                    <a:pt x="1942" y="833"/>
                    <a:pt x="1944" y="832"/>
                    <a:pt x="1946" y="832"/>
                  </a:cubicBezTo>
                  <a:cubicBezTo>
                    <a:pt x="1953" y="832"/>
                    <a:pt x="1956" y="842"/>
                    <a:pt x="1961" y="847"/>
                  </a:cubicBezTo>
                  <a:cubicBezTo>
                    <a:pt x="1970" y="858"/>
                    <a:pt x="1988" y="867"/>
                    <a:pt x="2000" y="867"/>
                  </a:cubicBezTo>
                  <a:cubicBezTo>
                    <a:pt x="2006" y="867"/>
                    <a:pt x="2010" y="865"/>
                    <a:pt x="2010" y="860"/>
                  </a:cubicBezTo>
                  <a:cubicBezTo>
                    <a:pt x="2012" y="835"/>
                    <a:pt x="2021" y="831"/>
                    <a:pt x="2033" y="831"/>
                  </a:cubicBezTo>
                  <a:cubicBezTo>
                    <a:pt x="2039" y="831"/>
                    <a:pt x="2046" y="832"/>
                    <a:pt x="2052" y="832"/>
                  </a:cubicBezTo>
                  <a:cubicBezTo>
                    <a:pt x="2055" y="832"/>
                    <a:pt x="2057" y="832"/>
                    <a:pt x="2059" y="832"/>
                  </a:cubicBezTo>
                  <a:cubicBezTo>
                    <a:pt x="2072" y="828"/>
                    <a:pt x="2082" y="815"/>
                    <a:pt x="2096" y="815"/>
                  </a:cubicBezTo>
                  <a:cubicBezTo>
                    <a:pt x="2098" y="815"/>
                    <a:pt x="2101" y="816"/>
                    <a:pt x="2104" y="816"/>
                  </a:cubicBezTo>
                  <a:cubicBezTo>
                    <a:pt x="2092" y="831"/>
                    <a:pt x="2080" y="846"/>
                    <a:pt x="2068" y="862"/>
                  </a:cubicBezTo>
                  <a:cubicBezTo>
                    <a:pt x="2065" y="864"/>
                    <a:pt x="2062" y="866"/>
                    <a:pt x="2059" y="867"/>
                  </a:cubicBezTo>
                  <a:cubicBezTo>
                    <a:pt x="2051" y="873"/>
                    <a:pt x="2044" y="880"/>
                    <a:pt x="2047" y="892"/>
                  </a:cubicBezTo>
                  <a:cubicBezTo>
                    <a:pt x="2050" y="902"/>
                    <a:pt x="2059" y="901"/>
                    <a:pt x="2067" y="906"/>
                  </a:cubicBezTo>
                  <a:cubicBezTo>
                    <a:pt x="2074" y="910"/>
                    <a:pt x="2082" y="911"/>
                    <a:pt x="2091" y="911"/>
                  </a:cubicBezTo>
                  <a:cubicBezTo>
                    <a:pt x="2103" y="911"/>
                    <a:pt x="2117" y="908"/>
                    <a:pt x="2129" y="908"/>
                  </a:cubicBezTo>
                  <a:cubicBezTo>
                    <a:pt x="2138" y="908"/>
                    <a:pt x="2146" y="910"/>
                    <a:pt x="2153" y="915"/>
                  </a:cubicBezTo>
                  <a:cubicBezTo>
                    <a:pt x="2164" y="925"/>
                    <a:pt x="2173" y="928"/>
                    <a:pt x="2179" y="928"/>
                  </a:cubicBezTo>
                  <a:cubicBezTo>
                    <a:pt x="2194" y="928"/>
                    <a:pt x="2198" y="910"/>
                    <a:pt x="2198" y="895"/>
                  </a:cubicBezTo>
                  <a:cubicBezTo>
                    <a:pt x="2197" y="875"/>
                    <a:pt x="2216" y="838"/>
                    <a:pt x="2167" y="835"/>
                  </a:cubicBezTo>
                  <a:cubicBezTo>
                    <a:pt x="2150" y="834"/>
                    <a:pt x="2154" y="819"/>
                    <a:pt x="2166" y="806"/>
                  </a:cubicBezTo>
                  <a:cubicBezTo>
                    <a:pt x="2206" y="764"/>
                    <a:pt x="2192" y="707"/>
                    <a:pt x="2138" y="688"/>
                  </a:cubicBezTo>
                  <a:cubicBezTo>
                    <a:pt x="2126" y="683"/>
                    <a:pt x="2114" y="674"/>
                    <a:pt x="2117" y="664"/>
                  </a:cubicBezTo>
                  <a:cubicBezTo>
                    <a:pt x="2125" y="631"/>
                    <a:pt x="2101" y="604"/>
                    <a:pt x="2102" y="572"/>
                  </a:cubicBezTo>
                  <a:cubicBezTo>
                    <a:pt x="2103" y="562"/>
                    <a:pt x="2102" y="552"/>
                    <a:pt x="2091" y="548"/>
                  </a:cubicBezTo>
                  <a:cubicBezTo>
                    <a:pt x="2088" y="547"/>
                    <a:pt x="2086" y="547"/>
                    <a:pt x="2084" y="547"/>
                  </a:cubicBezTo>
                  <a:cubicBezTo>
                    <a:pt x="2076" y="547"/>
                    <a:pt x="2070" y="551"/>
                    <a:pt x="2065" y="557"/>
                  </a:cubicBezTo>
                  <a:cubicBezTo>
                    <a:pt x="2052" y="571"/>
                    <a:pt x="2036" y="583"/>
                    <a:pt x="2019" y="591"/>
                  </a:cubicBezTo>
                  <a:cubicBezTo>
                    <a:pt x="2014" y="593"/>
                    <a:pt x="2010" y="595"/>
                    <a:pt x="2006" y="595"/>
                  </a:cubicBezTo>
                  <a:cubicBezTo>
                    <a:pt x="2002" y="595"/>
                    <a:pt x="1998" y="593"/>
                    <a:pt x="1995" y="588"/>
                  </a:cubicBezTo>
                  <a:cubicBezTo>
                    <a:pt x="1989" y="580"/>
                    <a:pt x="1993" y="575"/>
                    <a:pt x="1999" y="568"/>
                  </a:cubicBezTo>
                  <a:cubicBezTo>
                    <a:pt x="2012" y="549"/>
                    <a:pt x="2006" y="536"/>
                    <a:pt x="1986" y="526"/>
                  </a:cubicBezTo>
                  <a:cubicBezTo>
                    <a:pt x="1978" y="522"/>
                    <a:pt x="1970" y="516"/>
                    <a:pt x="1964" y="509"/>
                  </a:cubicBezTo>
                  <a:cubicBezTo>
                    <a:pt x="1953" y="496"/>
                    <a:pt x="1933" y="490"/>
                    <a:pt x="1911" y="490"/>
                  </a:cubicBezTo>
                  <a:cubicBezTo>
                    <a:pt x="1881" y="490"/>
                    <a:pt x="1847" y="502"/>
                    <a:pt x="1836" y="521"/>
                  </a:cubicBezTo>
                  <a:cubicBezTo>
                    <a:pt x="1825" y="540"/>
                    <a:pt x="1818" y="563"/>
                    <a:pt x="1793" y="572"/>
                  </a:cubicBezTo>
                  <a:cubicBezTo>
                    <a:pt x="1782" y="576"/>
                    <a:pt x="1774" y="588"/>
                    <a:pt x="1781" y="600"/>
                  </a:cubicBezTo>
                  <a:cubicBezTo>
                    <a:pt x="1807" y="643"/>
                    <a:pt x="1774" y="656"/>
                    <a:pt x="1745" y="669"/>
                  </a:cubicBezTo>
                  <a:cubicBezTo>
                    <a:pt x="1715" y="683"/>
                    <a:pt x="1678" y="688"/>
                    <a:pt x="1681" y="736"/>
                  </a:cubicBezTo>
                  <a:cubicBezTo>
                    <a:pt x="1682" y="747"/>
                    <a:pt x="1670" y="759"/>
                    <a:pt x="1662" y="769"/>
                  </a:cubicBezTo>
                  <a:cubicBezTo>
                    <a:pt x="1658" y="774"/>
                    <a:pt x="1653" y="781"/>
                    <a:pt x="1647" y="781"/>
                  </a:cubicBezTo>
                  <a:cubicBezTo>
                    <a:pt x="1645" y="781"/>
                    <a:pt x="1642" y="780"/>
                    <a:pt x="1640" y="778"/>
                  </a:cubicBezTo>
                  <a:cubicBezTo>
                    <a:pt x="1632" y="772"/>
                    <a:pt x="1629" y="762"/>
                    <a:pt x="1632" y="752"/>
                  </a:cubicBezTo>
                  <a:cubicBezTo>
                    <a:pt x="1644" y="708"/>
                    <a:pt x="1649" y="668"/>
                    <a:pt x="1584" y="666"/>
                  </a:cubicBezTo>
                  <a:cubicBezTo>
                    <a:pt x="1578" y="666"/>
                    <a:pt x="1570" y="660"/>
                    <a:pt x="1565" y="654"/>
                  </a:cubicBezTo>
                  <a:cubicBezTo>
                    <a:pt x="1549" y="637"/>
                    <a:pt x="1531" y="624"/>
                    <a:pt x="1510" y="624"/>
                  </a:cubicBezTo>
                  <a:cubicBezTo>
                    <a:pt x="1502" y="624"/>
                    <a:pt x="1494" y="626"/>
                    <a:pt x="1486" y="630"/>
                  </a:cubicBezTo>
                  <a:cubicBezTo>
                    <a:pt x="1485" y="630"/>
                    <a:pt x="1485" y="630"/>
                    <a:pt x="1484" y="630"/>
                  </a:cubicBezTo>
                  <a:cubicBezTo>
                    <a:pt x="1481" y="630"/>
                    <a:pt x="1478" y="628"/>
                    <a:pt x="1475" y="627"/>
                  </a:cubicBezTo>
                  <a:cubicBezTo>
                    <a:pt x="1490" y="606"/>
                    <a:pt x="1463" y="578"/>
                    <a:pt x="1492" y="554"/>
                  </a:cubicBezTo>
                  <a:cubicBezTo>
                    <a:pt x="1567" y="492"/>
                    <a:pt x="1666" y="481"/>
                    <a:pt x="1742" y="424"/>
                  </a:cubicBezTo>
                  <a:lnTo>
                    <a:pt x="1759" y="412"/>
                  </a:lnTo>
                  <a:cubicBezTo>
                    <a:pt x="1781" y="406"/>
                    <a:pt x="1804" y="397"/>
                    <a:pt x="1826" y="395"/>
                  </a:cubicBezTo>
                  <a:cubicBezTo>
                    <a:pt x="1882" y="390"/>
                    <a:pt x="1907" y="364"/>
                    <a:pt x="1905" y="311"/>
                  </a:cubicBezTo>
                  <a:cubicBezTo>
                    <a:pt x="1905" y="306"/>
                    <a:pt x="1906" y="305"/>
                    <a:pt x="1908" y="305"/>
                  </a:cubicBezTo>
                  <a:cubicBezTo>
                    <a:pt x="1910" y="305"/>
                    <a:pt x="1913" y="309"/>
                    <a:pt x="1915" y="309"/>
                  </a:cubicBezTo>
                  <a:cubicBezTo>
                    <a:pt x="1945" y="310"/>
                    <a:pt x="1968" y="334"/>
                    <a:pt x="1998" y="335"/>
                  </a:cubicBezTo>
                  <a:cubicBezTo>
                    <a:pt x="2011" y="336"/>
                    <a:pt x="2023" y="351"/>
                    <a:pt x="2035" y="361"/>
                  </a:cubicBezTo>
                  <a:cubicBezTo>
                    <a:pt x="2035" y="365"/>
                    <a:pt x="2033" y="369"/>
                    <a:pt x="2030" y="372"/>
                  </a:cubicBezTo>
                  <a:cubicBezTo>
                    <a:pt x="2002" y="383"/>
                    <a:pt x="1980" y="407"/>
                    <a:pt x="1947" y="407"/>
                  </a:cubicBezTo>
                  <a:cubicBezTo>
                    <a:pt x="1943" y="407"/>
                    <a:pt x="1939" y="406"/>
                    <a:pt x="1935" y="406"/>
                  </a:cubicBezTo>
                  <a:cubicBezTo>
                    <a:pt x="1932" y="405"/>
                    <a:pt x="1930" y="405"/>
                    <a:pt x="1927" y="405"/>
                  </a:cubicBezTo>
                  <a:cubicBezTo>
                    <a:pt x="1911" y="405"/>
                    <a:pt x="1896" y="416"/>
                    <a:pt x="1898" y="436"/>
                  </a:cubicBezTo>
                  <a:cubicBezTo>
                    <a:pt x="1900" y="453"/>
                    <a:pt x="1909" y="458"/>
                    <a:pt x="1921" y="458"/>
                  </a:cubicBezTo>
                  <a:cubicBezTo>
                    <a:pt x="1927" y="458"/>
                    <a:pt x="1933" y="456"/>
                    <a:pt x="1939" y="455"/>
                  </a:cubicBezTo>
                  <a:cubicBezTo>
                    <a:pt x="1945" y="453"/>
                    <a:pt x="1950" y="453"/>
                    <a:pt x="1954" y="453"/>
                  </a:cubicBezTo>
                  <a:cubicBezTo>
                    <a:pt x="1970" y="453"/>
                    <a:pt x="1982" y="461"/>
                    <a:pt x="1995" y="475"/>
                  </a:cubicBezTo>
                  <a:cubicBezTo>
                    <a:pt x="2015" y="495"/>
                    <a:pt x="2043" y="508"/>
                    <a:pt x="2070" y="517"/>
                  </a:cubicBezTo>
                  <a:cubicBezTo>
                    <a:pt x="2073" y="518"/>
                    <a:pt x="2075" y="519"/>
                    <a:pt x="2077" y="519"/>
                  </a:cubicBezTo>
                  <a:cubicBezTo>
                    <a:pt x="2090" y="519"/>
                    <a:pt x="2094" y="503"/>
                    <a:pt x="2094" y="490"/>
                  </a:cubicBezTo>
                  <a:cubicBezTo>
                    <a:pt x="2095" y="489"/>
                    <a:pt x="2096" y="489"/>
                    <a:pt x="2097" y="489"/>
                  </a:cubicBezTo>
                  <a:cubicBezTo>
                    <a:pt x="2099" y="489"/>
                    <a:pt x="2100" y="489"/>
                    <a:pt x="2101" y="490"/>
                  </a:cubicBezTo>
                  <a:cubicBezTo>
                    <a:pt x="2110" y="492"/>
                    <a:pt x="2117" y="493"/>
                    <a:pt x="2123" y="493"/>
                  </a:cubicBezTo>
                  <a:cubicBezTo>
                    <a:pt x="2152" y="493"/>
                    <a:pt x="2146" y="466"/>
                    <a:pt x="2141" y="439"/>
                  </a:cubicBezTo>
                  <a:cubicBezTo>
                    <a:pt x="2140" y="432"/>
                    <a:pt x="2136" y="420"/>
                    <a:pt x="2139" y="417"/>
                  </a:cubicBezTo>
                  <a:cubicBezTo>
                    <a:pt x="2141" y="416"/>
                    <a:pt x="2143" y="415"/>
                    <a:pt x="2144" y="415"/>
                  </a:cubicBezTo>
                  <a:cubicBezTo>
                    <a:pt x="2150" y="415"/>
                    <a:pt x="2155" y="423"/>
                    <a:pt x="2160" y="426"/>
                  </a:cubicBezTo>
                  <a:cubicBezTo>
                    <a:pt x="2167" y="428"/>
                    <a:pt x="2173" y="429"/>
                    <a:pt x="2179" y="429"/>
                  </a:cubicBezTo>
                  <a:cubicBezTo>
                    <a:pt x="2195" y="429"/>
                    <a:pt x="2210" y="421"/>
                    <a:pt x="2226" y="415"/>
                  </a:cubicBezTo>
                  <a:cubicBezTo>
                    <a:pt x="2235" y="412"/>
                    <a:pt x="2239" y="399"/>
                    <a:pt x="2233" y="393"/>
                  </a:cubicBezTo>
                  <a:cubicBezTo>
                    <a:pt x="2203" y="361"/>
                    <a:pt x="2175" y="327"/>
                    <a:pt x="2146" y="294"/>
                  </a:cubicBezTo>
                  <a:cubicBezTo>
                    <a:pt x="2129" y="275"/>
                    <a:pt x="2104" y="261"/>
                    <a:pt x="2089" y="239"/>
                  </a:cubicBezTo>
                  <a:cubicBezTo>
                    <a:pt x="2080" y="225"/>
                    <a:pt x="2066" y="217"/>
                    <a:pt x="2050" y="216"/>
                  </a:cubicBezTo>
                  <a:cubicBezTo>
                    <a:pt x="2049" y="215"/>
                    <a:pt x="2049" y="215"/>
                    <a:pt x="2048" y="215"/>
                  </a:cubicBezTo>
                  <a:cubicBezTo>
                    <a:pt x="2042" y="215"/>
                    <a:pt x="2036" y="217"/>
                    <a:pt x="2030" y="217"/>
                  </a:cubicBezTo>
                  <a:cubicBezTo>
                    <a:pt x="2026" y="217"/>
                    <a:pt x="2022" y="216"/>
                    <a:pt x="2018" y="212"/>
                  </a:cubicBezTo>
                  <a:cubicBezTo>
                    <a:pt x="2029" y="210"/>
                    <a:pt x="2040" y="207"/>
                    <a:pt x="2050" y="205"/>
                  </a:cubicBezTo>
                  <a:cubicBezTo>
                    <a:pt x="2063" y="203"/>
                    <a:pt x="2080" y="205"/>
                    <a:pt x="2081" y="187"/>
                  </a:cubicBezTo>
                  <a:cubicBezTo>
                    <a:pt x="2082" y="171"/>
                    <a:pt x="2067" y="170"/>
                    <a:pt x="2055" y="167"/>
                  </a:cubicBezTo>
                  <a:cubicBezTo>
                    <a:pt x="2052" y="166"/>
                    <a:pt x="2049" y="164"/>
                    <a:pt x="2046" y="163"/>
                  </a:cubicBezTo>
                  <a:cubicBezTo>
                    <a:pt x="2049" y="162"/>
                    <a:pt x="2052" y="161"/>
                    <a:pt x="2055" y="161"/>
                  </a:cubicBezTo>
                  <a:cubicBezTo>
                    <a:pt x="2057" y="161"/>
                    <a:pt x="2058" y="162"/>
                    <a:pt x="2059" y="162"/>
                  </a:cubicBezTo>
                  <a:cubicBezTo>
                    <a:pt x="2070" y="167"/>
                    <a:pt x="2082" y="169"/>
                    <a:pt x="2093" y="169"/>
                  </a:cubicBezTo>
                  <a:cubicBezTo>
                    <a:pt x="2125" y="169"/>
                    <a:pt x="2155" y="151"/>
                    <a:pt x="2182" y="138"/>
                  </a:cubicBezTo>
                  <a:cubicBezTo>
                    <a:pt x="2256" y="103"/>
                    <a:pt x="2335" y="92"/>
                    <a:pt x="2412" y="71"/>
                  </a:cubicBezTo>
                  <a:lnTo>
                    <a:pt x="2412" y="71"/>
                  </a:lnTo>
                  <a:cubicBezTo>
                    <a:pt x="2377" y="97"/>
                    <a:pt x="2333" y="111"/>
                    <a:pt x="2289" y="111"/>
                  </a:cubicBezTo>
                  <a:cubicBezTo>
                    <a:pt x="2287" y="111"/>
                    <a:pt x="2284" y="111"/>
                    <a:pt x="2281" y="111"/>
                  </a:cubicBezTo>
                  <a:cubicBezTo>
                    <a:pt x="2272" y="111"/>
                    <a:pt x="2263" y="112"/>
                    <a:pt x="2258" y="121"/>
                  </a:cubicBezTo>
                  <a:cubicBezTo>
                    <a:pt x="2252" y="135"/>
                    <a:pt x="2263" y="143"/>
                    <a:pt x="2270" y="154"/>
                  </a:cubicBezTo>
                  <a:cubicBezTo>
                    <a:pt x="2283" y="173"/>
                    <a:pt x="2299" y="180"/>
                    <a:pt x="2317" y="180"/>
                  </a:cubicBezTo>
                  <a:cubicBezTo>
                    <a:pt x="2325" y="180"/>
                    <a:pt x="2334" y="179"/>
                    <a:pt x="2343" y="176"/>
                  </a:cubicBezTo>
                  <a:cubicBezTo>
                    <a:pt x="2353" y="174"/>
                    <a:pt x="2362" y="172"/>
                    <a:pt x="2371" y="172"/>
                  </a:cubicBezTo>
                  <a:cubicBezTo>
                    <a:pt x="2410" y="172"/>
                    <a:pt x="2442" y="197"/>
                    <a:pt x="2441" y="232"/>
                  </a:cubicBezTo>
                  <a:cubicBezTo>
                    <a:pt x="2440" y="244"/>
                    <a:pt x="2427" y="259"/>
                    <a:pt x="2431" y="268"/>
                  </a:cubicBezTo>
                  <a:cubicBezTo>
                    <a:pt x="2444" y="299"/>
                    <a:pt x="2421" y="324"/>
                    <a:pt x="2412" y="343"/>
                  </a:cubicBezTo>
                  <a:cubicBezTo>
                    <a:pt x="2387" y="392"/>
                    <a:pt x="2368" y="435"/>
                    <a:pt x="2413" y="481"/>
                  </a:cubicBezTo>
                  <a:cubicBezTo>
                    <a:pt x="2417" y="485"/>
                    <a:pt x="2420" y="491"/>
                    <a:pt x="2421" y="497"/>
                  </a:cubicBezTo>
                  <a:cubicBezTo>
                    <a:pt x="2423" y="552"/>
                    <a:pt x="2475" y="537"/>
                    <a:pt x="2503" y="555"/>
                  </a:cubicBezTo>
                  <a:cubicBezTo>
                    <a:pt x="2508" y="558"/>
                    <a:pt x="2512" y="559"/>
                    <a:pt x="2516" y="559"/>
                  </a:cubicBezTo>
                  <a:cubicBezTo>
                    <a:pt x="2533" y="559"/>
                    <a:pt x="2546" y="537"/>
                    <a:pt x="2556" y="522"/>
                  </a:cubicBezTo>
                  <a:cubicBezTo>
                    <a:pt x="2585" y="479"/>
                    <a:pt x="2631" y="443"/>
                    <a:pt x="2672" y="430"/>
                  </a:cubicBezTo>
                  <a:cubicBezTo>
                    <a:pt x="2760" y="402"/>
                    <a:pt x="2842" y="355"/>
                    <a:pt x="2937" y="344"/>
                  </a:cubicBezTo>
                  <a:cubicBezTo>
                    <a:pt x="2980" y="339"/>
                    <a:pt x="3030" y="324"/>
                    <a:pt x="3032" y="263"/>
                  </a:cubicBezTo>
                  <a:cubicBezTo>
                    <a:pt x="3032" y="258"/>
                    <a:pt x="3040" y="253"/>
                    <a:pt x="3046" y="249"/>
                  </a:cubicBezTo>
                  <a:cubicBezTo>
                    <a:pt x="3073" y="230"/>
                    <a:pt x="3110" y="217"/>
                    <a:pt x="3098" y="171"/>
                  </a:cubicBezTo>
                  <a:cubicBezTo>
                    <a:pt x="3097" y="167"/>
                    <a:pt x="3098" y="166"/>
                    <a:pt x="3099" y="166"/>
                  </a:cubicBezTo>
                  <a:cubicBezTo>
                    <a:pt x="3100" y="166"/>
                    <a:pt x="3102" y="167"/>
                    <a:pt x="3104" y="167"/>
                  </a:cubicBezTo>
                  <a:cubicBezTo>
                    <a:pt x="3105" y="167"/>
                    <a:pt x="3107" y="167"/>
                    <a:pt x="3109" y="167"/>
                  </a:cubicBezTo>
                  <a:cubicBezTo>
                    <a:pt x="3139" y="167"/>
                    <a:pt x="3142" y="148"/>
                    <a:pt x="3128" y="125"/>
                  </a:cubicBezTo>
                  <a:cubicBezTo>
                    <a:pt x="3122" y="113"/>
                    <a:pt x="3129" y="114"/>
                    <a:pt x="3134" y="111"/>
                  </a:cubicBezTo>
                  <a:cubicBezTo>
                    <a:pt x="3164" y="87"/>
                    <a:pt x="3199" y="83"/>
                    <a:pt x="3235" y="81"/>
                  </a:cubicBezTo>
                  <a:cubicBezTo>
                    <a:pt x="3247" y="81"/>
                    <a:pt x="3263" y="78"/>
                    <a:pt x="3264" y="63"/>
                  </a:cubicBezTo>
                  <a:cubicBezTo>
                    <a:pt x="3266" y="49"/>
                    <a:pt x="3251" y="46"/>
                    <a:pt x="3241" y="45"/>
                  </a:cubicBezTo>
                  <a:cubicBezTo>
                    <a:pt x="3175" y="38"/>
                    <a:pt x="3110" y="25"/>
                    <a:pt x="3046" y="19"/>
                  </a:cubicBezTo>
                  <a:cubicBezTo>
                    <a:pt x="3016" y="16"/>
                    <a:pt x="2985" y="15"/>
                    <a:pt x="2955" y="15"/>
                  </a:cubicBezTo>
                  <a:moveTo>
                    <a:pt x="1517" y="105"/>
                  </a:moveTo>
                  <a:cubicBezTo>
                    <a:pt x="1510" y="105"/>
                    <a:pt x="1501" y="106"/>
                    <a:pt x="1492" y="107"/>
                  </a:cubicBezTo>
                  <a:cubicBezTo>
                    <a:pt x="1489" y="106"/>
                    <a:pt x="1485" y="106"/>
                    <a:pt x="1482" y="106"/>
                  </a:cubicBezTo>
                  <a:cubicBezTo>
                    <a:pt x="1449" y="106"/>
                    <a:pt x="1414" y="124"/>
                    <a:pt x="1379" y="135"/>
                  </a:cubicBezTo>
                  <a:cubicBezTo>
                    <a:pt x="1372" y="138"/>
                    <a:pt x="1366" y="145"/>
                    <a:pt x="1363" y="153"/>
                  </a:cubicBezTo>
                  <a:cubicBezTo>
                    <a:pt x="1361" y="155"/>
                    <a:pt x="1367" y="168"/>
                    <a:pt x="1370" y="168"/>
                  </a:cubicBezTo>
                  <a:cubicBezTo>
                    <a:pt x="1415" y="174"/>
                    <a:pt x="1456" y="210"/>
                    <a:pt x="1503" y="210"/>
                  </a:cubicBezTo>
                  <a:cubicBezTo>
                    <a:pt x="1514" y="210"/>
                    <a:pt x="1526" y="207"/>
                    <a:pt x="1539" y="202"/>
                  </a:cubicBezTo>
                  <a:cubicBezTo>
                    <a:pt x="1547" y="199"/>
                    <a:pt x="1556" y="197"/>
                    <a:pt x="1566" y="197"/>
                  </a:cubicBezTo>
                  <a:cubicBezTo>
                    <a:pt x="1573" y="197"/>
                    <a:pt x="1581" y="198"/>
                    <a:pt x="1588" y="199"/>
                  </a:cubicBezTo>
                  <a:cubicBezTo>
                    <a:pt x="1594" y="200"/>
                    <a:pt x="1601" y="201"/>
                    <a:pt x="1606" y="201"/>
                  </a:cubicBezTo>
                  <a:cubicBezTo>
                    <a:pt x="1619" y="201"/>
                    <a:pt x="1631" y="197"/>
                    <a:pt x="1640" y="183"/>
                  </a:cubicBezTo>
                  <a:cubicBezTo>
                    <a:pt x="1646" y="175"/>
                    <a:pt x="1644" y="164"/>
                    <a:pt x="1638" y="159"/>
                  </a:cubicBezTo>
                  <a:cubicBezTo>
                    <a:pt x="1625" y="148"/>
                    <a:pt x="1613" y="135"/>
                    <a:pt x="1598" y="135"/>
                  </a:cubicBezTo>
                  <a:cubicBezTo>
                    <a:pt x="1591" y="135"/>
                    <a:pt x="1584" y="138"/>
                    <a:pt x="1575" y="146"/>
                  </a:cubicBezTo>
                  <a:cubicBezTo>
                    <a:pt x="1569" y="151"/>
                    <a:pt x="1560" y="154"/>
                    <a:pt x="1552" y="154"/>
                  </a:cubicBezTo>
                  <a:cubicBezTo>
                    <a:pt x="1544" y="154"/>
                    <a:pt x="1537" y="151"/>
                    <a:pt x="1538" y="141"/>
                  </a:cubicBezTo>
                  <a:cubicBezTo>
                    <a:pt x="1542" y="111"/>
                    <a:pt x="1532" y="105"/>
                    <a:pt x="1517" y="105"/>
                  </a:cubicBezTo>
                  <a:moveTo>
                    <a:pt x="3102" y="375"/>
                  </a:moveTo>
                  <a:cubicBezTo>
                    <a:pt x="3100" y="375"/>
                    <a:pt x="3097" y="375"/>
                    <a:pt x="3094" y="375"/>
                  </a:cubicBezTo>
                  <a:cubicBezTo>
                    <a:pt x="3070" y="378"/>
                    <a:pt x="3046" y="387"/>
                    <a:pt x="3021" y="387"/>
                  </a:cubicBezTo>
                  <a:cubicBezTo>
                    <a:pt x="3010" y="387"/>
                    <a:pt x="2998" y="385"/>
                    <a:pt x="2986" y="380"/>
                  </a:cubicBezTo>
                  <a:cubicBezTo>
                    <a:pt x="2983" y="379"/>
                    <a:pt x="2979" y="378"/>
                    <a:pt x="2975" y="378"/>
                  </a:cubicBezTo>
                  <a:cubicBezTo>
                    <a:pt x="2963" y="378"/>
                    <a:pt x="2952" y="387"/>
                    <a:pt x="2952" y="414"/>
                  </a:cubicBezTo>
                  <a:cubicBezTo>
                    <a:pt x="2951" y="478"/>
                    <a:pt x="2989" y="473"/>
                    <a:pt x="3025" y="480"/>
                  </a:cubicBezTo>
                  <a:cubicBezTo>
                    <a:pt x="3057" y="477"/>
                    <a:pt x="3089" y="468"/>
                    <a:pt x="3118" y="452"/>
                  </a:cubicBezTo>
                  <a:cubicBezTo>
                    <a:pt x="3133" y="444"/>
                    <a:pt x="3161" y="442"/>
                    <a:pt x="3152" y="417"/>
                  </a:cubicBezTo>
                  <a:cubicBezTo>
                    <a:pt x="3145" y="394"/>
                    <a:pt x="3128" y="375"/>
                    <a:pt x="3102" y="375"/>
                  </a:cubicBezTo>
                  <a:moveTo>
                    <a:pt x="1324" y="1590"/>
                  </a:moveTo>
                  <a:cubicBezTo>
                    <a:pt x="1300" y="1590"/>
                    <a:pt x="1277" y="1595"/>
                    <a:pt x="1259" y="1606"/>
                  </a:cubicBezTo>
                  <a:cubicBezTo>
                    <a:pt x="1250" y="1611"/>
                    <a:pt x="1241" y="1617"/>
                    <a:pt x="1247" y="1629"/>
                  </a:cubicBezTo>
                  <a:cubicBezTo>
                    <a:pt x="1250" y="1635"/>
                    <a:pt x="1256" y="1638"/>
                    <a:pt x="1261" y="1638"/>
                  </a:cubicBezTo>
                  <a:cubicBezTo>
                    <a:pt x="1265" y="1638"/>
                    <a:pt x="1269" y="1637"/>
                    <a:pt x="1273" y="1635"/>
                  </a:cubicBezTo>
                  <a:cubicBezTo>
                    <a:pt x="1281" y="1632"/>
                    <a:pt x="1289" y="1631"/>
                    <a:pt x="1296" y="1631"/>
                  </a:cubicBezTo>
                  <a:cubicBezTo>
                    <a:pt x="1312" y="1631"/>
                    <a:pt x="1326" y="1636"/>
                    <a:pt x="1343" y="1640"/>
                  </a:cubicBezTo>
                  <a:cubicBezTo>
                    <a:pt x="1379" y="1648"/>
                    <a:pt x="1396" y="1695"/>
                    <a:pt x="1431" y="1695"/>
                  </a:cubicBezTo>
                  <a:cubicBezTo>
                    <a:pt x="1437" y="1695"/>
                    <a:pt x="1444" y="1693"/>
                    <a:pt x="1451" y="1690"/>
                  </a:cubicBezTo>
                  <a:cubicBezTo>
                    <a:pt x="1454" y="1690"/>
                    <a:pt x="1457" y="1690"/>
                    <a:pt x="1460" y="1690"/>
                  </a:cubicBezTo>
                  <a:cubicBezTo>
                    <a:pt x="1483" y="1690"/>
                    <a:pt x="1494" y="1686"/>
                    <a:pt x="1495" y="1676"/>
                  </a:cubicBezTo>
                  <a:cubicBezTo>
                    <a:pt x="1496" y="1657"/>
                    <a:pt x="1478" y="1653"/>
                    <a:pt x="1465" y="1648"/>
                  </a:cubicBezTo>
                  <a:cubicBezTo>
                    <a:pt x="1451" y="1643"/>
                    <a:pt x="1439" y="1635"/>
                    <a:pt x="1429" y="1626"/>
                  </a:cubicBezTo>
                  <a:cubicBezTo>
                    <a:pt x="1402" y="1602"/>
                    <a:pt x="1362" y="1590"/>
                    <a:pt x="1324" y="1590"/>
                  </a:cubicBezTo>
                  <a:moveTo>
                    <a:pt x="1775" y="75"/>
                  </a:moveTo>
                  <a:cubicBezTo>
                    <a:pt x="1770" y="75"/>
                    <a:pt x="1764" y="76"/>
                    <a:pt x="1758" y="78"/>
                  </a:cubicBezTo>
                  <a:cubicBezTo>
                    <a:pt x="1747" y="83"/>
                    <a:pt x="1736" y="89"/>
                    <a:pt x="1743" y="107"/>
                  </a:cubicBezTo>
                  <a:cubicBezTo>
                    <a:pt x="1746" y="115"/>
                    <a:pt x="1751" y="123"/>
                    <a:pt x="1756" y="131"/>
                  </a:cubicBezTo>
                  <a:cubicBezTo>
                    <a:pt x="1749" y="135"/>
                    <a:pt x="1742" y="137"/>
                    <a:pt x="1735" y="137"/>
                  </a:cubicBezTo>
                  <a:cubicBezTo>
                    <a:pt x="1728" y="137"/>
                    <a:pt x="1722" y="135"/>
                    <a:pt x="1715" y="131"/>
                  </a:cubicBezTo>
                  <a:cubicBezTo>
                    <a:pt x="1711" y="129"/>
                    <a:pt x="1708" y="128"/>
                    <a:pt x="1705" y="128"/>
                  </a:cubicBezTo>
                  <a:cubicBezTo>
                    <a:pt x="1696" y="128"/>
                    <a:pt x="1688" y="137"/>
                    <a:pt x="1683" y="148"/>
                  </a:cubicBezTo>
                  <a:cubicBezTo>
                    <a:pt x="1676" y="163"/>
                    <a:pt x="1687" y="168"/>
                    <a:pt x="1695" y="177"/>
                  </a:cubicBezTo>
                  <a:cubicBezTo>
                    <a:pt x="1707" y="190"/>
                    <a:pt x="1718" y="195"/>
                    <a:pt x="1730" y="195"/>
                  </a:cubicBezTo>
                  <a:cubicBezTo>
                    <a:pt x="1749" y="195"/>
                    <a:pt x="1768" y="183"/>
                    <a:pt x="1787" y="177"/>
                  </a:cubicBezTo>
                  <a:lnTo>
                    <a:pt x="1793" y="169"/>
                  </a:lnTo>
                  <a:cubicBezTo>
                    <a:pt x="1797" y="149"/>
                    <a:pt x="1794" y="126"/>
                    <a:pt x="1819" y="121"/>
                  </a:cubicBezTo>
                  <a:cubicBezTo>
                    <a:pt x="1825" y="120"/>
                    <a:pt x="1826" y="105"/>
                    <a:pt x="1820" y="99"/>
                  </a:cubicBezTo>
                  <a:cubicBezTo>
                    <a:pt x="1806" y="86"/>
                    <a:pt x="1792" y="75"/>
                    <a:pt x="1775" y="75"/>
                  </a:cubicBezTo>
                  <a:moveTo>
                    <a:pt x="1552" y="1680"/>
                  </a:moveTo>
                  <a:cubicBezTo>
                    <a:pt x="1545" y="1680"/>
                    <a:pt x="1539" y="1680"/>
                    <a:pt x="1533" y="1682"/>
                  </a:cubicBezTo>
                  <a:cubicBezTo>
                    <a:pt x="1517" y="1685"/>
                    <a:pt x="1507" y="1713"/>
                    <a:pt x="1486" y="1722"/>
                  </a:cubicBezTo>
                  <a:cubicBezTo>
                    <a:pt x="1481" y="1725"/>
                    <a:pt x="1488" y="1736"/>
                    <a:pt x="1494" y="1742"/>
                  </a:cubicBezTo>
                  <a:cubicBezTo>
                    <a:pt x="1505" y="1750"/>
                    <a:pt x="1535" y="1755"/>
                    <a:pt x="1565" y="1755"/>
                  </a:cubicBezTo>
                  <a:cubicBezTo>
                    <a:pt x="1596" y="1755"/>
                    <a:pt x="1627" y="1750"/>
                    <a:pt x="1637" y="1741"/>
                  </a:cubicBezTo>
                  <a:cubicBezTo>
                    <a:pt x="1641" y="1737"/>
                    <a:pt x="1644" y="1733"/>
                    <a:pt x="1646" y="1728"/>
                  </a:cubicBezTo>
                  <a:cubicBezTo>
                    <a:pt x="1643" y="1723"/>
                    <a:pt x="1641" y="1717"/>
                    <a:pt x="1638" y="1714"/>
                  </a:cubicBezTo>
                  <a:cubicBezTo>
                    <a:pt x="1612" y="1696"/>
                    <a:pt x="1582" y="1680"/>
                    <a:pt x="1552" y="1680"/>
                  </a:cubicBezTo>
                  <a:moveTo>
                    <a:pt x="1755" y="405"/>
                  </a:moveTo>
                  <a:lnTo>
                    <a:pt x="1738" y="418"/>
                  </a:lnTo>
                  <a:cubicBezTo>
                    <a:pt x="1730" y="434"/>
                    <a:pt x="1706" y="445"/>
                    <a:pt x="1717" y="467"/>
                  </a:cubicBezTo>
                  <a:cubicBezTo>
                    <a:pt x="1721" y="476"/>
                    <a:pt x="1728" y="480"/>
                    <a:pt x="1734" y="480"/>
                  </a:cubicBezTo>
                  <a:cubicBezTo>
                    <a:pt x="1744" y="480"/>
                    <a:pt x="1756" y="473"/>
                    <a:pt x="1766" y="471"/>
                  </a:cubicBezTo>
                  <a:cubicBezTo>
                    <a:pt x="1772" y="470"/>
                    <a:pt x="1779" y="469"/>
                    <a:pt x="1786" y="469"/>
                  </a:cubicBezTo>
                  <a:cubicBezTo>
                    <a:pt x="1789" y="469"/>
                    <a:pt x="1792" y="469"/>
                    <a:pt x="1796" y="469"/>
                  </a:cubicBezTo>
                  <a:cubicBezTo>
                    <a:pt x="1803" y="470"/>
                    <a:pt x="1811" y="472"/>
                    <a:pt x="1818" y="472"/>
                  </a:cubicBezTo>
                  <a:cubicBezTo>
                    <a:pt x="1827" y="472"/>
                    <a:pt x="1835" y="468"/>
                    <a:pt x="1837" y="452"/>
                  </a:cubicBezTo>
                  <a:cubicBezTo>
                    <a:pt x="1841" y="426"/>
                    <a:pt x="1825" y="412"/>
                    <a:pt x="1804" y="408"/>
                  </a:cubicBezTo>
                  <a:cubicBezTo>
                    <a:pt x="1788" y="406"/>
                    <a:pt x="1771" y="405"/>
                    <a:pt x="1755" y="405"/>
                  </a:cubicBezTo>
                  <a:moveTo>
                    <a:pt x="1652" y="90"/>
                  </a:moveTo>
                  <a:cubicBezTo>
                    <a:pt x="1649" y="90"/>
                    <a:pt x="1645" y="90"/>
                    <a:pt x="1643" y="91"/>
                  </a:cubicBezTo>
                  <a:cubicBezTo>
                    <a:pt x="1638" y="92"/>
                    <a:pt x="1633" y="92"/>
                    <a:pt x="1628" y="92"/>
                  </a:cubicBezTo>
                  <a:cubicBezTo>
                    <a:pt x="1621" y="92"/>
                    <a:pt x="1615" y="92"/>
                    <a:pt x="1609" y="92"/>
                  </a:cubicBezTo>
                  <a:cubicBezTo>
                    <a:pt x="1592" y="92"/>
                    <a:pt x="1577" y="95"/>
                    <a:pt x="1574" y="117"/>
                  </a:cubicBezTo>
                  <a:cubicBezTo>
                    <a:pt x="1571" y="135"/>
                    <a:pt x="1595" y="132"/>
                    <a:pt x="1613" y="133"/>
                  </a:cubicBezTo>
                  <a:cubicBezTo>
                    <a:pt x="1634" y="129"/>
                    <a:pt x="1666" y="135"/>
                    <a:pt x="1673" y="106"/>
                  </a:cubicBezTo>
                  <a:cubicBezTo>
                    <a:pt x="1676" y="94"/>
                    <a:pt x="1664" y="90"/>
                    <a:pt x="1652" y="90"/>
                  </a:cubicBezTo>
                  <a:moveTo>
                    <a:pt x="1684" y="1710"/>
                  </a:moveTo>
                  <a:cubicBezTo>
                    <a:pt x="1672" y="1710"/>
                    <a:pt x="1661" y="1713"/>
                    <a:pt x="1661" y="1729"/>
                  </a:cubicBezTo>
                  <a:cubicBezTo>
                    <a:pt x="1661" y="1745"/>
                    <a:pt x="1669" y="1755"/>
                    <a:pt x="1686" y="1755"/>
                  </a:cubicBezTo>
                  <a:cubicBezTo>
                    <a:pt x="1687" y="1755"/>
                    <a:pt x="1689" y="1755"/>
                    <a:pt x="1690" y="1754"/>
                  </a:cubicBezTo>
                  <a:cubicBezTo>
                    <a:pt x="1704" y="1753"/>
                    <a:pt x="1721" y="1752"/>
                    <a:pt x="1719" y="1732"/>
                  </a:cubicBezTo>
                  <a:cubicBezTo>
                    <a:pt x="1718" y="1714"/>
                    <a:pt x="1702" y="1710"/>
                    <a:pt x="1686" y="1710"/>
                  </a:cubicBezTo>
                  <a:cubicBezTo>
                    <a:pt x="1686" y="1710"/>
                    <a:pt x="1685" y="1710"/>
                    <a:pt x="1684" y="1710"/>
                  </a:cubicBezTo>
                  <a:moveTo>
                    <a:pt x="2086" y="3721"/>
                  </a:moveTo>
                  <a:cubicBezTo>
                    <a:pt x="2071" y="3722"/>
                    <a:pt x="2051" y="3720"/>
                    <a:pt x="2051" y="3743"/>
                  </a:cubicBezTo>
                  <a:cubicBezTo>
                    <a:pt x="2051" y="3755"/>
                    <a:pt x="2061" y="3764"/>
                    <a:pt x="2073" y="3764"/>
                  </a:cubicBezTo>
                  <a:cubicBezTo>
                    <a:pt x="2075" y="3764"/>
                    <a:pt x="2077" y="3764"/>
                    <a:pt x="2079" y="3764"/>
                  </a:cubicBezTo>
                  <a:cubicBezTo>
                    <a:pt x="2083" y="3763"/>
                    <a:pt x="2087" y="3763"/>
                    <a:pt x="2092" y="3763"/>
                  </a:cubicBezTo>
                  <a:cubicBezTo>
                    <a:pt x="2093" y="3763"/>
                    <a:pt x="2094" y="3763"/>
                    <a:pt x="2095" y="3763"/>
                  </a:cubicBezTo>
                  <a:cubicBezTo>
                    <a:pt x="2109" y="3763"/>
                    <a:pt x="2124" y="3762"/>
                    <a:pt x="2125" y="3743"/>
                  </a:cubicBezTo>
                  <a:cubicBezTo>
                    <a:pt x="2126" y="3721"/>
                    <a:pt x="2104" y="3722"/>
                    <a:pt x="2086" y="3721"/>
                  </a:cubicBezTo>
                  <a:moveTo>
                    <a:pt x="1418" y="1725"/>
                  </a:moveTo>
                  <a:cubicBezTo>
                    <a:pt x="1405" y="1725"/>
                    <a:pt x="1391" y="1725"/>
                    <a:pt x="1391" y="1735"/>
                  </a:cubicBezTo>
                  <a:cubicBezTo>
                    <a:pt x="1391" y="1750"/>
                    <a:pt x="1408" y="1753"/>
                    <a:pt x="1424" y="1754"/>
                  </a:cubicBezTo>
                  <a:cubicBezTo>
                    <a:pt x="1426" y="1755"/>
                    <a:pt x="1428" y="1755"/>
                    <a:pt x="1429" y="1755"/>
                  </a:cubicBezTo>
                  <a:cubicBezTo>
                    <a:pt x="1440" y="1755"/>
                    <a:pt x="1451" y="1751"/>
                    <a:pt x="1451" y="1742"/>
                  </a:cubicBezTo>
                  <a:cubicBezTo>
                    <a:pt x="1451" y="1725"/>
                    <a:pt x="1431" y="1727"/>
                    <a:pt x="1418" y="1725"/>
                  </a:cubicBezTo>
                  <a:moveTo>
                    <a:pt x="6891" y="2460"/>
                  </a:moveTo>
                  <a:cubicBezTo>
                    <a:pt x="6883" y="2460"/>
                    <a:pt x="6881" y="2469"/>
                    <a:pt x="6882" y="2477"/>
                  </a:cubicBezTo>
                  <a:cubicBezTo>
                    <a:pt x="6886" y="2496"/>
                    <a:pt x="6889" y="2516"/>
                    <a:pt x="6909" y="2520"/>
                  </a:cubicBezTo>
                  <a:cubicBezTo>
                    <a:pt x="6910" y="2520"/>
                    <a:pt x="6910" y="2520"/>
                    <a:pt x="6911" y="2520"/>
                  </a:cubicBezTo>
                  <a:cubicBezTo>
                    <a:pt x="6920" y="2520"/>
                    <a:pt x="6926" y="2511"/>
                    <a:pt x="6926" y="2497"/>
                  </a:cubicBezTo>
                  <a:cubicBezTo>
                    <a:pt x="6920" y="2479"/>
                    <a:pt x="6911" y="2464"/>
                    <a:pt x="6893" y="2460"/>
                  </a:cubicBezTo>
                  <a:cubicBezTo>
                    <a:pt x="6892" y="2460"/>
                    <a:pt x="6892" y="2460"/>
                    <a:pt x="6891" y="2460"/>
                  </a:cubicBezTo>
                  <a:moveTo>
                    <a:pt x="4127" y="315"/>
                  </a:moveTo>
                  <a:cubicBezTo>
                    <a:pt x="4120" y="315"/>
                    <a:pt x="4113" y="318"/>
                    <a:pt x="4110" y="324"/>
                  </a:cubicBezTo>
                  <a:cubicBezTo>
                    <a:pt x="4106" y="329"/>
                    <a:pt x="4107" y="335"/>
                    <a:pt x="4111" y="339"/>
                  </a:cubicBezTo>
                  <a:cubicBezTo>
                    <a:pt x="4115" y="343"/>
                    <a:pt x="4120" y="345"/>
                    <a:pt x="4124" y="345"/>
                  </a:cubicBezTo>
                  <a:cubicBezTo>
                    <a:pt x="4131" y="345"/>
                    <a:pt x="4138" y="341"/>
                    <a:pt x="4145" y="340"/>
                  </a:cubicBezTo>
                  <a:cubicBezTo>
                    <a:pt x="4151" y="326"/>
                    <a:pt x="4145" y="317"/>
                    <a:pt x="4130" y="315"/>
                  </a:cubicBezTo>
                  <a:cubicBezTo>
                    <a:pt x="4129" y="315"/>
                    <a:pt x="4128" y="315"/>
                    <a:pt x="4127" y="315"/>
                  </a:cubicBezTo>
                  <a:moveTo>
                    <a:pt x="6168" y="2400"/>
                  </a:moveTo>
                  <a:cubicBezTo>
                    <a:pt x="6158" y="2400"/>
                    <a:pt x="6149" y="2402"/>
                    <a:pt x="6147" y="2410"/>
                  </a:cubicBezTo>
                  <a:cubicBezTo>
                    <a:pt x="6146" y="2423"/>
                    <a:pt x="6162" y="2427"/>
                    <a:pt x="6179" y="2430"/>
                  </a:cubicBezTo>
                  <a:cubicBezTo>
                    <a:pt x="6191" y="2429"/>
                    <a:pt x="6205" y="2428"/>
                    <a:pt x="6205" y="2418"/>
                  </a:cubicBezTo>
                  <a:cubicBezTo>
                    <a:pt x="6206" y="2406"/>
                    <a:pt x="6191" y="2402"/>
                    <a:pt x="6176" y="2400"/>
                  </a:cubicBezTo>
                  <a:cubicBezTo>
                    <a:pt x="6174" y="2400"/>
                    <a:pt x="6171" y="2400"/>
                    <a:pt x="6168" y="2400"/>
                  </a:cubicBezTo>
                  <a:moveTo>
                    <a:pt x="6554" y="960"/>
                  </a:moveTo>
                  <a:cubicBezTo>
                    <a:pt x="6554" y="960"/>
                    <a:pt x="6553" y="960"/>
                    <a:pt x="6552" y="960"/>
                  </a:cubicBezTo>
                  <a:cubicBezTo>
                    <a:pt x="6537" y="960"/>
                    <a:pt x="6525" y="972"/>
                    <a:pt x="6523" y="988"/>
                  </a:cubicBezTo>
                  <a:cubicBezTo>
                    <a:pt x="6521" y="998"/>
                    <a:pt x="6526" y="1004"/>
                    <a:pt x="6537" y="1005"/>
                  </a:cubicBezTo>
                  <a:cubicBezTo>
                    <a:pt x="6550" y="999"/>
                    <a:pt x="6561" y="990"/>
                    <a:pt x="6564" y="973"/>
                  </a:cubicBezTo>
                  <a:cubicBezTo>
                    <a:pt x="6566" y="966"/>
                    <a:pt x="6561" y="960"/>
                    <a:pt x="6554" y="960"/>
                  </a:cubicBezTo>
                  <a:moveTo>
                    <a:pt x="3392" y="1020"/>
                  </a:moveTo>
                  <a:cubicBezTo>
                    <a:pt x="3378" y="1020"/>
                    <a:pt x="3363" y="1029"/>
                    <a:pt x="3366" y="1041"/>
                  </a:cubicBezTo>
                  <a:cubicBezTo>
                    <a:pt x="3374" y="1069"/>
                    <a:pt x="3359" y="1092"/>
                    <a:pt x="3356" y="1113"/>
                  </a:cubicBezTo>
                  <a:cubicBezTo>
                    <a:pt x="3358" y="1136"/>
                    <a:pt x="3356" y="1155"/>
                    <a:pt x="3382" y="1155"/>
                  </a:cubicBezTo>
                  <a:cubicBezTo>
                    <a:pt x="3406" y="1155"/>
                    <a:pt x="3411" y="1139"/>
                    <a:pt x="3413" y="1121"/>
                  </a:cubicBezTo>
                  <a:cubicBezTo>
                    <a:pt x="3416" y="1093"/>
                    <a:pt x="3402" y="1066"/>
                    <a:pt x="3410" y="1038"/>
                  </a:cubicBezTo>
                  <a:cubicBezTo>
                    <a:pt x="3412" y="1030"/>
                    <a:pt x="3404" y="1020"/>
                    <a:pt x="3392" y="1020"/>
                  </a:cubicBezTo>
                  <a:moveTo>
                    <a:pt x="3749" y="1230"/>
                  </a:moveTo>
                  <a:cubicBezTo>
                    <a:pt x="3734" y="1232"/>
                    <a:pt x="3716" y="1230"/>
                    <a:pt x="3719" y="1245"/>
                  </a:cubicBezTo>
                  <a:cubicBezTo>
                    <a:pt x="3724" y="1270"/>
                    <a:pt x="3747" y="1275"/>
                    <a:pt x="3768" y="1275"/>
                  </a:cubicBezTo>
                  <a:cubicBezTo>
                    <a:pt x="3784" y="1275"/>
                    <a:pt x="3806" y="1272"/>
                    <a:pt x="3802" y="1253"/>
                  </a:cubicBezTo>
                  <a:cubicBezTo>
                    <a:pt x="3799" y="1236"/>
                    <a:pt x="3787" y="1234"/>
                    <a:pt x="3775" y="1234"/>
                  </a:cubicBezTo>
                  <a:cubicBezTo>
                    <a:pt x="3773" y="1234"/>
                    <a:pt x="3770" y="1234"/>
                    <a:pt x="3768" y="1234"/>
                  </a:cubicBezTo>
                  <a:cubicBezTo>
                    <a:pt x="3761" y="1234"/>
                    <a:pt x="3754" y="1234"/>
                    <a:pt x="3749" y="1230"/>
                  </a:cubicBezTo>
                  <a:moveTo>
                    <a:pt x="3970" y="1245"/>
                  </a:moveTo>
                  <a:cubicBezTo>
                    <a:pt x="3969" y="1245"/>
                    <a:pt x="3968" y="1245"/>
                    <a:pt x="3967" y="1245"/>
                  </a:cubicBezTo>
                  <a:cubicBezTo>
                    <a:pt x="3956" y="1249"/>
                    <a:pt x="3941" y="1248"/>
                    <a:pt x="3941" y="1272"/>
                  </a:cubicBezTo>
                  <a:cubicBezTo>
                    <a:pt x="3941" y="1285"/>
                    <a:pt x="3949" y="1290"/>
                    <a:pt x="3957" y="1290"/>
                  </a:cubicBezTo>
                  <a:cubicBezTo>
                    <a:pt x="3959" y="1290"/>
                    <a:pt x="3960" y="1289"/>
                    <a:pt x="3962" y="1289"/>
                  </a:cubicBezTo>
                  <a:cubicBezTo>
                    <a:pt x="3974" y="1287"/>
                    <a:pt x="3986" y="1281"/>
                    <a:pt x="3986" y="1262"/>
                  </a:cubicBezTo>
                  <a:cubicBezTo>
                    <a:pt x="3986" y="1249"/>
                    <a:pt x="3979" y="1245"/>
                    <a:pt x="3970" y="1245"/>
                  </a:cubicBezTo>
                  <a:moveTo>
                    <a:pt x="3241" y="1110"/>
                  </a:moveTo>
                  <a:cubicBezTo>
                    <a:pt x="3230" y="1110"/>
                    <a:pt x="3221" y="1114"/>
                    <a:pt x="3222" y="1123"/>
                  </a:cubicBezTo>
                  <a:cubicBezTo>
                    <a:pt x="3222" y="1132"/>
                    <a:pt x="3231" y="1140"/>
                    <a:pt x="3242" y="1140"/>
                  </a:cubicBezTo>
                  <a:cubicBezTo>
                    <a:pt x="3243" y="1140"/>
                    <a:pt x="3243" y="1140"/>
                    <a:pt x="3244" y="1140"/>
                  </a:cubicBezTo>
                  <a:cubicBezTo>
                    <a:pt x="3255" y="1140"/>
                    <a:pt x="3264" y="1135"/>
                    <a:pt x="3266" y="1125"/>
                  </a:cubicBezTo>
                  <a:cubicBezTo>
                    <a:pt x="3264" y="1114"/>
                    <a:pt x="3254" y="1110"/>
                    <a:pt x="3242" y="1110"/>
                  </a:cubicBezTo>
                  <a:cubicBezTo>
                    <a:pt x="3242" y="1110"/>
                    <a:pt x="3242" y="1110"/>
                    <a:pt x="3241" y="1110"/>
                  </a:cubicBezTo>
                </a:path>
              </a:pathLst>
            </a:custGeom>
            <a:noFill/>
            <a:ln w="19050" cap="flat">
              <a:solidFill>
                <a:srgbClr val="6E79E4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6" name="path 306"/>
            <p:cNvSpPr/>
            <p:nvPr/>
          </p:nvSpPr>
          <p:spPr>
            <a:xfrm>
              <a:off x="226189" y="133350"/>
              <a:ext cx="4038600" cy="933450"/>
            </a:xfrm>
            <a:custGeom>
              <a:avLst/>
              <a:gdLst/>
              <a:ahLst/>
              <a:cxnLst/>
              <a:rect l="0" t="0" r="0" b="0"/>
              <a:pathLst>
                <a:path w="6360" h="1470">
                  <a:moveTo>
                    <a:pt x="0" y="735"/>
                  </a:moveTo>
                  <a:cubicBezTo>
                    <a:pt x="0" y="328"/>
                    <a:pt x="332" y="0"/>
                    <a:pt x="742" y="0"/>
                  </a:cubicBezTo>
                  <a:cubicBezTo>
                    <a:pt x="1152" y="0"/>
                    <a:pt x="1485" y="328"/>
                    <a:pt x="1485" y="735"/>
                  </a:cubicBezTo>
                  <a:cubicBezTo>
                    <a:pt x="1485" y="1141"/>
                    <a:pt x="1152" y="1470"/>
                    <a:pt x="742" y="1470"/>
                  </a:cubicBezTo>
                  <a:cubicBezTo>
                    <a:pt x="332" y="1470"/>
                    <a:pt x="0" y="1141"/>
                    <a:pt x="0" y="735"/>
                  </a:cubicBezTo>
                </a:path>
                <a:path w="6360" h="1470">
                  <a:moveTo>
                    <a:pt x="5730" y="922"/>
                  </a:moveTo>
                  <a:cubicBezTo>
                    <a:pt x="5730" y="744"/>
                    <a:pt x="5870" y="600"/>
                    <a:pt x="6045" y="600"/>
                  </a:cubicBezTo>
                  <a:cubicBezTo>
                    <a:pt x="6218" y="600"/>
                    <a:pt x="6360" y="744"/>
                    <a:pt x="6360" y="922"/>
                  </a:cubicBezTo>
                  <a:cubicBezTo>
                    <a:pt x="6360" y="1100"/>
                    <a:pt x="6218" y="1245"/>
                    <a:pt x="6045" y="1245"/>
                  </a:cubicBezTo>
                  <a:cubicBezTo>
                    <a:pt x="5870" y="1245"/>
                    <a:pt x="5730" y="1100"/>
                    <a:pt x="5730" y="922"/>
                  </a:cubicBezTo>
                </a:path>
              </a:pathLst>
            </a:custGeom>
            <a:solidFill>
              <a:srgbClr val="718AC6">
                <a:alpha val="38431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 158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238125" y="1333500"/>
            <a:ext cx="8181975" cy="1323975"/>
            <a:chOff x="0" y="0"/>
            <a:chExt cx="8181975" cy="1323975"/>
          </a:xfrm>
        </p:grpSpPr>
        <p:sp>
          <p:nvSpPr>
            <p:cNvPr id="160" name="rect 160"/>
            <p:cNvSpPr/>
            <p:nvPr/>
          </p:nvSpPr>
          <p:spPr>
            <a:xfrm>
              <a:off x="485775" y="95250"/>
              <a:ext cx="7696200" cy="1228725"/>
            </a:xfrm>
            <a:prstGeom prst="rect">
              <a:avLst/>
            </a:prstGeom>
            <a:solidFill>
              <a:srgbClr val="E7E7E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8" name="path 168"/>
            <p:cNvSpPr/>
            <p:nvPr/>
          </p:nvSpPr>
          <p:spPr>
            <a:xfrm>
              <a:off x="0" y="0"/>
              <a:ext cx="133350" cy="190500"/>
            </a:xfrm>
            <a:custGeom>
              <a:avLst/>
              <a:gdLst/>
              <a:ahLst/>
              <a:cxnLst/>
              <a:rect l="0" t="0" r="0" b="0"/>
              <a:pathLst>
                <a:path w="210" h="300">
                  <a:moveTo>
                    <a:pt x="163" y="0"/>
                  </a:moveTo>
                  <a:lnTo>
                    <a:pt x="0" y="272"/>
                  </a:lnTo>
                  <a:lnTo>
                    <a:pt x="46" y="300"/>
                  </a:lnTo>
                  <a:lnTo>
                    <a:pt x="210" y="27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0" name="path 170"/>
            <p:cNvSpPr/>
            <p:nvPr/>
          </p:nvSpPr>
          <p:spPr>
            <a:xfrm>
              <a:off x="819150" y="0"/>
              <a:ext cx="133350" cy="190500"/>
            </a:xfrm>
            <a:custGeom>
              <a:avLst/>
              <a:gdLst/>
              <a:ahLst/>
              <a:cxnLst/>
              <a:rect l="0" t="0" r="0" b="0"/>
              <a:pathLst>
                <a:path w="210" h="300">
                  <a:moveTo>
                    <a:pt x="163" y="0"/>
                  </a:moveTo>
                  <a:lnTo>
                    <a:pt x="0" y="272"/>
                  </a:lnTo>
                  <a:lnTo>
                    <a:pt x="47" y="300"/>
                  </a:lnTo>
                  <a:lnTo>
                    <a:pt x="210" y="27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2" name="path 172"/>
            <p:cNvSpPr/>
            <p:nvPr/>
          </p:nvSpPr>
          <p:spPr>
            <a:xfrm>
              <a:off x="2447925" y="0"/>
              <a:ext cx="133350" cy="190500"/>
            </a:xfrm>
            <a:custGeom>
              <a:avLst/>
              <a:gdLst/>
              <a:ahLst/>
              <a:cxnLst/>
              <a:rect l="0" t="0" r="0" b="0"/>
              <a:pathLst>
                <a:path w="210" h="300">
                  <a:moveTo>
                    <a:pt x="162" y="0"/>
                  </a:moveTo>
                  <a:lnTo>
                    <a:pt x="0" y="272"/>
                  </a:lnTo>
                  <a:lnTo>
                    <a:pt x="46" y="300"/>
                  </a:lnTo>
                  <a:lnTo>
                    <a:pt x="210" y="27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4" name="path 174"/>
            <p:cNvSpPr/>
            <p:nvPr/>
          </p:nvSpPr>
          <p:spPr>
            <a:xfrm>
              <a:off x="2857500" y="0"/>
              <a:ext cx="133350" cy="190500"/>
            </a:xfrm>
            <a:custGeom>
              <a:avLst/>
              <a:gdLst/>
              <a:ahLst/>
              <a:cxnLst/>
              <a:rect l="0" t="0" r="0" b="0"/>
              <a:pathLst>
                <a:path w="210" h="300">
                  <a:moveTo>
                    <a:pt x="162" y="0"/>
                  </a:moveTo>
                  <a:lnTo>
                    <a:pt x="0" y="272"/>
                  </a:lnTo>
                  <a:lnTo>
                    <a:pt x="46" y="300"/>
                  </a:lnTo>
                  <a:lnTo>
                    <a:pt x="210" y="27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6" name="path 176"/>
            <p:cNvSpPr/>
            <p:nvPr/>
          </p:nvSpPr>
          <p:spPr>
            <a:xfrm>
              <a:off x="3267075" y="0"/>
              <a:ext cx="133350" cy="190500"/>
            </a:xfrm>
            <a:custGeom>
              <a:avLst/>
              <a:gdLst/>
              <a:ahLst/>
              <a:cxnLst/>
              <a:rect l="0" t="0" r="0" b="0"/>
              <a:pathLst>
                <a:path w="210" h="300">
                  <a:moveTo>
                    <a:pt x="162" y="0"/>
                  </a:moveTo>
                  <a:lnTo>
                    <a:pt x="0" y="272"/>
                  </a:lnTo>
                  <a:lnTo>
                    <a:pt x="46" y="300"/>
                  </a:lnTo>
                  <a:lnTo>
                    <a:pt x="210" y="27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8" name="path 178"/>
            <p:cNvSpPr/>
            <p:nvPr/>
          </p:nvSpPr>
          <p:spPr>
            <a:xfrm>
              <a:off x="409575" y="0"/>
              <a:ext cx="133324" cy="190500"/>
            </a:xfrm>
            <a:custGeom>
              <a:avLst/>
              <a:gdLst/>
              <a:ahLst/>
              <a:cxnLst/>
              <a:rect l="0" t="0" r="0" b="0"/>
              <a:pathLst>
                <a:path w="209" h="300">
                  <a:moveTo>
                    <a:pt x="163" y="0"/>
                  </a:moveTo>
                  <a:lnTo>
                    <a:pt x="0" y="272"/>
                  </a:lnTo>
                  <a:lnTo>
                    <a:pt x="46" y="300"/>
                  </a:lnTo>
                  <a:lnTo>
                    <a:pt x="209" y="27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0" name="path 180"/>
            <p:cNvSpPr/>
            <p:nvPr/>
          </p:nvSpPr>
          <p:spPr>
            <a:xfrm>
              <a:off x="1228725" y="0"/>
              <a:ext cx="123825" cy="190500"/>
            </a:xfrm>
            <a:custGeom>
              <a:avLst/>
              <a:gdLst/>
              <a:ahLst/>
              <a:cxnLst/>
              <a:rect l="0" t="0" r="0" b="0"/>
              <a:pathLst>
                <a:path w="195" h="300">
                  <a:moveTo>
                    <a:pt x="151" y="0"/>
                  </a:moveTo>
                  <a:lnTo>
                    <a:pt x="0" y="272"/>
                  </a:lnTo>
                  <a:lnTo>
                    <a:pt x="43" y="300"/>
                  </a:lnTo>
                  <a:lnTo>
                    <a:pt x="195" y="2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2" name="path 182"/>
            <p:cNvSpPr/>
            <p:nvPr/>
          </p:nvSpPr>
          <p:spPr>
            <a:xfrm>
              <a:off x="1638300" y="0"/>
              <a:ext cx="123825" cy="190500"/>
            </a:xfrm>
            <a:custGeom>
              <a:avLst/>
              <a:gdLst/>
              <a:ahLst/>
              <a:cxnLst/>
              <a:rect l="0" t="0" r="0" b="0"/>
              <a:pathLst>
                <a:path w="195" h="300">
                  <a:moveTo>
                    <a:pt x="151" y="0"/>
                  </a:moveTo>
                  <a:lnTo>
                    <a:pt x="0" y="272"/>
                  </a:lnTo>
                  <a:lnTo>
                    <a:pt x="43" y="300"/>
                  </a:lnTo>
                  <a:lnTo>
                    <a:pt x="195" y="2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4" name="path 184"/>
            <p:cNvSpPr/>
            <p:nvPr/>
          </p:nvSpPr>
          <p:spPr>
            <a:xfrm>
              <a:off x="2047875" y="0"/>
              <a:ext cx="123825" cy="190500"/>
            </a:xfrm>
            <a:custGeom>
              <a:avLst/>
              <a:gdLst/>
              <a:ahLst/>
              <a:cxnLst/>
              <a:rect l="0" t="0" r="0" b="0"/>
              <a:pathLst>
                <a:path w="195" h="300">
                  <a:moveTo>
                    <a:pt x="151" y="0"/>
                  </a:moveTo>
                  <a:lnTo>
                    <a:pt x="0" y="272"/>
                  </a:lnTo>
                  <a:lnTo>
                    <a:pt x="43" y="300"/>
                  </a:lnTo>
                  <a:lnTo>
                    <a:pt x="195" y="2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86" name="textbox 186"/>
          <p:cNvSpPr/>
          <p:nvPr/>
        </p:nvSpPr>
        <p:spPr>
          <a:xfrm>
            <a:off x="145691" y="4157027"/>
            <a:ext cx="8868409" cy="826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6305"/>
              </a:lnSpc>
            </a:pP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r>
              <a:rPr sz="5100" kern="0" spc="-22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FICIAL INTELLIGEN</a:t>
            </a: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</a:t>
            </a:r>
            <a:r>
              <a:rPr sz="5100" kern="0" spc="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</a:t>
            </a:r>
            <a:r>
              <a:rPr sz="5100" kern="0" spc="-19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5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8" name="rect 188"/>
          <p:cNvSpPr/>
          <p:nvPr/>
        </p:nvSpPr>
        <p:spPr>
          <a:xfrm>
            <a:off x="723900" y="3181350"/>
            <a:ext cx="7696200" cy="1238250"/>
          </a:xfrm>
          <a:prstGeom prst="rect">
            <a:avLst/>
          </a:prstGeom>
          <a:solidFill>
            <a:srgbClr val="E7E7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2" name="textbox 192"/>
          <p:cNvSpPr/>
          <p:nvPr/>
        </p:nvSpPr>
        <p:spPr>
          <a:xfrm>
            <a:off x="2849245" y="316230"/>
            <a:ext cx="3479800" cy="716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 rtl="0" eaLnBrk="0">
              <a:lnSpc>
                <a:spcPct val="98000"/>
              </a:lnSpc>
            </a:pPr>
            <a:r>
              <a:rPr lang="zh-CN" altLang="en-US" sz="4400" kern="0" spc="-10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目</a:t>
            </a:r>
            <a:r>
              <a:rPr lang="en-US" altLang="zh-CN" sz="4400" kern="0" spc="-10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lang="zh-CN" altLang="en-US" sz="4400" kern="0" spc="-10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录</a:t>
            </a:r>
          </a:p>
        </p:txBody>
      </p:sp>
      <p:sp>
        <p:nvSpPr>
          <p:cNvPr id="202" name="path 202"/>
          <p:cNvSpPr/>
          <p:nvPr/>
        </p:nvSpPr>
        <p:spPr>
          <a:xfrm>
            <a:off x="8277225" y="2914777"/>
            <a:ext cx="333248" cy="542670"/>
          </a:xfrm>
          <a:custGeom>
            <a:avLst/>
            <a:gdLst/>
            <a:ahLst/>
            <a:cxnLst/>
            <a:rect l="0" t="0" r="0" b="0"/>
            <a:pathLst>
              <a:path w="524" h="854">
                <a:moveTo>
                  <a:pt x="436" y="0"/>
                </a:moveTo>
                <a:lnTo>
                  <a:pt x="0" y="429"/>
                </a:lnTo>
                <a:lnTo>
                  <a:pt x="436" y="854"/>
                </a:lnTo>
                <a:lnTo>
                  <a:pt x="524" y="763"/>
                </a:lnTo>
                <a:lnTo>
                  <a:pt x="184" y="429"/>
                </a:lnTo>
                <a:lnTo>
                  <a:pt x="524" y="90"/>
                </a:lnTo>
                <a:lnTo>
                  <a:pt x="436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4" name="path 204"/>
          <p:cNvSpPr/>
          <p:nvPr/>
        </p:nvSpPr>
        <p:spPr>
          <a:xfrm>
            <a:off x="7667752" y="2914777"/>
            <a:ext cx="333121" cy="542670"/>
          </a:xfrm>
          <a:custGeom>
            <a:avLst/>
            <a:gdLst/>
            <a:ahLst/>
            <a:cxnLst/>
            <a:rect l="0" t="0" r="0" b="0"/>
            <a:pathLst>
              <a:path w="524" h="854">
                <a:moveTo>
                  <a:pt x="433" y="0"/>
                </a:moveTo>
                <a:lnTo>
                  <a:pt x="0" y="429"/>
                </a:lnTo>
                <a:lnTo>
                  <a:pt x="433" y="854"/>
                </a:lnTo>
                <a:lnTo>
                  <a:pt x="524" y="763"/>
                </a:lnTo>
                <a:lnTo>
                  <a:pt x="183" y="429"/>
                </a:lnTo>
                <a:lnTo>
                  <a:pt x="524" y="90"/>
                </a:lnTo>
                <a:lnTo>
                  <a:pt x="43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6" name="picture 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899071" y="2939444"/>
            <a:ext cx="244928" cy="493337"/>
          </a:xfrm>
          <a:prstGeom prst="rect">
            <a:avLst/>
          </a:prstGeom>
        </p:spPr>
      </p:pic>
      <p:sp>
        <p:nvSpPr>
          <p:cNvPr id="38" name="path 38"/>
          <p:cNvSpPr/>
          <p:nvPr/>
        </p:nvSpPr>
        <p:spPr>
          <a:xfrm>
            <a:off x="889635" y="1033145"/>
            <a:ext cx="800100" cy="790575"/>
          </a:xfrm>
          <a:custGeom>
            <a:avLst/>
            <a:gdLst/>
            <a:ahLst/>
            <a:cxnLst/>
            <a:rect l="0" t="0" r="0" b="0"/>
            <a:pathLst>
              <a:path w="1260" h="1245">
                <a:moveTo>
                  <a:pt x="0" y="622"/>
                </a:moveTo>
                <a:cubicBezTo>
                  <a:pt x="0" y="278"/>
                  <a:pt x="282" y="0"/>
                  <a:pt x="630" y="0"/>
                </a:cubicBezTo>
                <a:cubicBezTo>
                  <a:pt x="978" y="0"/>
                  <a:pt x="1260" y="278"/>
                  <a:pt x="1260" y="622"/>
                </a:cubicBezTo>
                <a:cubicBezTo>
                  <a:pt x="1260" y="966"/>
                  <a:pt x="978" y="1245"/>
                  <a:pt x="630" y="1245"/>
                </a:cubicBezTo>
                <a:cubicBezTo>
                  <a:pt x="282" y="1245"/>
                  <a:pt x="0" y="966"/>
                  <a:pt x="0" y="622"/>
                </a:cubicBezTo>
              </a:path>
            </a:pathLst>
          </a:custGeom>
          <a:solidFill>
            <a:srgbClr val="6E79E4">
              <a:alpha val="3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420495" y="1582420"/>
            <a:ext cx="12655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5400" kern="0" spc="-9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01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66850" y="3339465"/>
            <a:ext cx="12655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5400" kern="0" spc="-9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0</a:t>
            </a:r>
            <a:r>
              <a:rPr lang="en-US" sz="5400" kern="0" spc="-9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80130" y="1751330"/>
            <a:ext cx="3302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研究思路与方法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80130" y="3508375"/>
            <a:ext cx="38792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320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辅助开发与成果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 56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6E79E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rect 58"/>
          <p:cNvSpPr/>
          <p:nvPr/>
        </p:nvSpPr>
        <p:spPr>
          <a:xfrm>
            <a:off x="1438275" y="523875"/>
            <a:ext cx="6267450" cy="4095750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" name="rect 60"/>
          <p:cNvSpPr/>
          <p:nvPr/>
        </p:nvSpPr>
        <p:spPr>
          <a:xfrm>
            <a:off x="1790700" y="847725"/>
            <a:ext cx="5581650" cy="3448050"/>
          </a:xfrm>
          <a:prstGeom prst="rect">
            <a:avLst/>
          </a:prstGeom>
          <a:solidFill>
            <a:srgbClr val="E7E7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textbox 62"/>
          <p:cNvSpPr/>
          <p:nvPr/>
        </p:nvSpPr>
        <p:spPr>
          <a:xfrm>
            <a:off x="2174545" y="1283716"/>
            <a:ext cx="4796154" cy="2287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103000"/>
              </a:lnSpc>
            </a:pPr>
            <a:r>
              <a:rPr sz="5400" kern="0" spc="-19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  <a:p>
            <a:pPr algn="ctr" rtl="0" eaLnBrk="0">
              <a:lnSpc>
                <a:spcPct val="103000"/>
              </a:lnSpc>
            </a:pPr>
            <a:r>
              <a:rPr lang="zh-CN" sz="3600" b="1" kern="0" spc="-12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研究思路与方法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ctr" rtl="0" eaLnBrk="0">
              <a:lnSpc>
                <a:spcPts val="2205"/>
              </a:lnSpc>
              <a:spcBef>
                <a:spcPts val="5"/>
              </a:spcBef>
            </a:pPr>
            <a:r>
              <a:rPr lang="zh-CN" sz="1800" kern="0" spc="90" dirty="0">
                <a:solidFill>
                  <a:srgbClr val="3C3C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目标、思路、指标、数据</a:t>
            </a:r>
            <a:endParaRPr lang="zh-CN" sz="1800" dirty="0"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4" name="textbox 64"/>
          <p:cNvSpPr/>
          <p:nvPr/>
        </p:nvSpPr>
        <p:spPr>
          <a:xfrm rot="5400000">
            <a:off x="-449908" y="3819563"/>
            <a:ext cx="1552575" cy="861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7000"/>
              </a:lnSpc>
              <a:spcBef>
                <a:spcPts val="0"/>
              </a:spcBef>
            </a:pPr>
            <a:r>
              <a:rPr sz="7000" kern="0" spc="-2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/(AI)</a:t>
            </a:r>
            <a:endParaRPr sz="7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path 66"/>
          <p:cNvSpPr/>
          <p:nvPr/>
        </p:nvSpPr>
        <p:spPr>
          <a:xfrm>
            <a:off x="2190750" y="371475"/>
            <a:ext cx="1000125" cy="1000125"/>
          </a:xfrm>
          <a:custGeom>
            <a:avLst/>
            <a:gdLst/>
            <a:ahLst/>
            <a:cxnLst/>
            <a:rect l="0" t="0" r="0" b="0"/>
            <a:pathLst>
              <a:path w="1575" h="1575">
                <a:moveTo>
                  <a:pt x="0" y="787"/>
                </a:moveTo>
                <a:cubicBezTo>
                  <a:pt x="0" y="352"/>
                  <a:pt x="352" y="0"/>
                  <a:pt x="787" y="0"/>
                </a:cubicBezTo>
                <a:cubicBezTo>
                  <a:pt x="1222" y="0"/>
                  <a:pt x="1575" y="352"/>
                  <a:pt x="1575" y="787"/>
                </a:cubicBezTo>
                <a:cubicBezTo>
                  <a:pt x="1575" y="1222"/>
                  <a:pt x="1222" y="1575"/>
                  <a:pt x="787" y="1575"/>
                </a:cubicBezTo>
                <a:cubicBezTo>
                  <a:pt x="352" y="1575"/>
                  <a:pt x="0" y="1222"/>
                  <a:pt x="0" y="787"/>
                </a:cubicBezTo>
              </a:path>
            </a:pathLst>
          </a:custGeom>
          <a:solidFill>
            <a:srgbClr val="000000">
              <a:alpha val="3843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90718" y="3752850"/>
            <a:ext cx="6953281" cy="41909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2701925" y="1225550"/>
            <a:ext cx="558800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000" kern="0" spc="7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1000" kern="0" spc="27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7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1000" kern="0" spc="22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7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1000" kern="0" spc="22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7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2" name="path 72"/>
          <p:cNvSpPr/>
          <p:nvPr/>
        </p:nvSpPr>
        <p:spPr>
          <a:xfrm>
            <a:off x="2876550" y="4514850"/>
            <a:ext cx="133350" cy="190474"/>
          </a:xfrm>
          <a:custGeom>
            <a:avLst/>
            <a:gdLst/>
            <a:ahLst/>
            <a:cxnLst/>
            <a:rect l="0" t="0" r="0" b="0"/>
            <a:pathLst>
              <a:path w="210" h="299">
                <a:moveTo>
                  <a:pt x="163" y="0"/>
                </a:moveTo>
                <a:lnTo>
                  <a:pt x="0" y="272"/>
                </a:lnTo>
                <a:lnTo>
                  <a:pt x="46" y="299"/>
                </a:lnTo>
                <a:lnTo>
                  <a:pt x="210" y="27"/>
                </a:lnTo>
                <a:lnTo>
                  <a:pt x="16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" name="path 74"/>
          <p:cNvSpPr/>
          <p:nvPr/>
        </p:nvSpPr>
        <p:spPr>
          <a:xfrm>
            <a:off x="3286125" y="4514850"/>
            <a:ext cx="133350" cy="190474"/>
          </a:xfrm>
          <a:custGeom>
            <a:avLst/>
            <a:gdLst/>
            <a:ahLst/>
            <a:cxnLst/>
            <a:rect l="0" t="0" r="0" b="0"/>
            <a:pathLst>
              <a:path w="210" h="299">
                <a:moveTo>
                  <a:pt x="163" y="0"/>
                </a:moveTo>
                <a:lnTo>
                  <a:pt x="0" y="272"/>
                </a:lnTo>
                <a:lnTo>
                  <a:pt x="46" y="299"/>
                </a:lnTo>
                <a:lnTo>
                  <a:pt x="210" y="27"/>
                </a:lnTo>
                <a:lnTo>
                  <a:pt x="16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path 76"/>
          <p:cNvSpPr/>
          <p:nvPr/>
        </p:nvSpPr>
        <p:spPr>
          <a:xfrm>
            <a:off x="3695700" y="4514850"/>
            <a:ext cx="133350" cy="190474"/>
          </a:xfrm>
          <a:custGeom>
            <a:avLst/>
            <a:gdLst/>
            <a:ahLst/>
            <a:cxnLst/>
            <a:rect l="0" t="0" r="0" b="0"/>
            <a:pathLst>
              <a:path w="210" h="299">
                <a:moveTo>
                  <a:pt x="163" y="0"/>
                </a:moveTo>
                <a:lnTo>
                  <a:pt x="0" y="272"/>
                </a:lnTo>
                <a:lnTo>
                  <a:pt x="47" y="299"/>
                </a:lnTo>
                <a:lnTo>
                  <a:pt x="210" y="27"/>
                </a:lnTo>
                <a:lnTo>
                  <a:pt x="16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" name="path 78"/>
          <p:cNvSpPr/>
          <p:nvPr/>
        </p:nvSpPr>
        <p:spPr>
          <a:xfrm>
            <a:off x="4105275" y="4514850"/>
            <a:ext cx="133350" cy="190474"/>
          </a:xfrm>
          <a:custGeom>
            <a:avLst/>
            <a:gdLst/>
            <a:ahLst/>
            <a:cxnLst/>
            <a:rect l="0" t="0" r="0" b="0"/>
            <a:pathLst>
              <a:path w="210" h="299">
                <a:moveTo>
                  <a:pt x="163" y="0"/>
                </a:moveTo>
                <a:lnTo>
                  <a:pt x="0" y="272"/>
                </a:lnTo>
                <a:lnTo>
                  <a:pt x="47" y="299"/>
                </a:lnTo>
                <a:lnTo>
                  <a:pt x="210" y="27"/>
                </a:lnTo>
                <a:lnTo>
                  <a:pt x="16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" name="path 80"/>
          <p:cNvSpPr/>
          <p:nvPr/>
        </p:nvSpPr>
        <p:spPr>
          <a:xfrm>
            <a:off x="4514850" y="4514850"/>
            <a:ext cx="133350" cy="190474"/>
          </a:xfrm>
          <a:custGeom>
            <a:avLst/>
            <a:gdLst/>
            <a:ahLst/>
            <a:cxnLst/>
            <a:rect l="0" t="0" r="0" b="0"/>
            <a:pathLst>
              <a:path w="210" h="299">
                <a:moveTo>
                  <a:pt x="163" y="0"/>
                </a:moveTo>
                <a:lnTo>
                  <a:pt x="0" y="272"/>
                </a:lnTo>
                <a:lnTo>
                  <a:pt x="46" y="299"/>
                </a:lnTo>
                <a:lnTo>
                  <a:pt x="210" y="27"/>
                </a:lnTo>
                <a:lnTo>
                  <a:pt x="16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path 82"/>
          <p:cNvSpPr/>
          <p:nvPr/>
        </p:nvSpPr>
        <p:spPr>
          <a:xfrm>
            <a:off x="4924425" y="4514850"/>
            <a:ext cx="133350" cy="190474"/>
          </a:xfrm>
          <a:custGeom>
            <a:avLst/>
            <a:gdLst/>
            <a:ahLst/>
            <a:cxnLst/>
            <a:rect l="0" t="0" r="0" b="0"/>
            <a:pathLst>
              <a:path w="210" h="299">
                <a:moveTo>
                  <a:pt x="163" y="0"/>
                </a:moveTo>
                <a:lnTo>
                  <a:pt x="0" y="272"/>
                </a:lnTo>
                <a:lnTo>
                  <a:pt x="46" y="299"/>
                </a:lnTo>
                <a:lnTo>
                  <a:pt x="210" y="27"/>
                </a:lnTo>
                <a:lnTo>
                  <a:pt x="16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" name="path 84"/>
          <p:cNvSpPr/>
          <p:nvPr/>
        </p:nvSpPr>
        <p:spPr>
          <a:xfrm>
            <a:off x="5334000" y="4514850"/>
            <a:ext cx="123825" cy="190474"/>
          </a:xfrm>
          <a:custGeom>
            <a:avLst/>
            <a:gdLst/>
            <a:ahLst/>
            <a:cxnLst/>
            <a:rect l="0" t="0" r="0" b="0"/>
            <a:pathLst>
              <a:path w="195" h="299">
                <a:moveTo>
                  <a:pt x="150" y="0"/>
                </a:moveTo>
                <a:lnTo>
                  <a:pt x="0" y="272"/>
                </a:lnTo>
                <a:lnTo>
                  <a:pt x="43" y="299"/>
                </a:lnTo>
                <a:lnTo>
                  <a:pt x="195" y="27"/>
                </a:lnTo>
                <a:lnTo>
                  <a:pt x="15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" name="path 86"/>
          <p:cNvSpPr/>
          <p:nvPr/>
        </p:nvSpPr>
        <p:spPr>
          <a:xfrm>
            <a:off x="5743575" y="4514850"/>
            <a:ext cx="123825" cy="190474"/>
          </a:xfrm>
          <a:custGeom>
            <a:avLst/>
            <a:gdLst/>
            <a:ahLst/>
            <a:cxnLst/>
            <a:rect l="0" t="0" r="0" b="0"/>
            <a:pathLst>
              <a:path w="195" h="299">
                <a:moveTo>
                  <a:pt x="150" y="0"/>
                </a:moveTo>
                <a:lnTo>
                  <a:pt x="0" y="272"/>
                </a:lnTo>
                <a:lnTo>
                  <a:pt x="43" y="299"/>
                </a:lnTo>
                <a:lnTo>
                  <a:pt x="195" y="27"/>
                </a:lnTo>
                <a:lnTo>
                  <a:pt x="15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" name="path 88"/>
          <p:cNvSpPr/>
          <p:nvPr/>
        </p:nvSpPr>
        <p:spPr>
          <a:xfrm>
            <a:off x="6153150" y="4514850"/>
            <a:ext cx="123825" cy="190474"/>
          </a:xfrm>
          <a:custGeom>
            <a:avLst/>
            <a:gdLst/>
            <a:ahLst/>
            <a:cxnLst/>
            <a:rect l="0" t="0" r="0" b="0"/>
            <a:pathLst>
              <a:path w="195" h="299">
                <a:moveTo>
                  <a:pt x="150" y="0"/>
                </a:moveTo>
                <a:lnTo>
                  <a:pt x="0" y="272"/>
                </a:lnTo>
                <a:lnTo>
                  <a:pt x="43" y="299"/>
                </a:lnTo>
                <a:lnTo>
                  <a:pt x="195" y="27"/>
                </a:lnTo>
                <a:lnTo>
                  <a:pt x="15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 44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textbox 46"/>
          <p:cNvSpPr/>
          <p:nvPr/>
        </p:nvSpPr>
        <p:spPr>
          <a:xfrm>
            <a:off x="90764" y="1797443"/>
            <a:ext cx="4182109" cy="1834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5500" kern="0" spc="-28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ARTIFICIAL</a:t>
            </a:r>
            <a:endParaRPr sz="5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  <a:spcBef>
                <a:spcPts val="5"/>
              </a:spcBef>
            </a:pPr>
            <a:r>
              <a:rPr sz="4900" kern="0" spc="-25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INTELLIGENCE</a:t>
            </a:r>
            <a:endParaRPr sz="4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" name="rect 48"/>
          <p:cNvSpPr/>
          <p:nvPr/>
        </p:nvSpPr>
        <p:spPr>
          <a:xfrm>
            <a:off x="1962150" y="1171575"/>
            <a:ext cx="5238750" cy="3438525"/>
          </a:xfrm>
          <a:prstGeom prst="rect">
            <a:avLst/>
          </a:prstGeom>
          <a:solidFill>
            <a:srgbClr val="E7E7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textbox 50"/>
          <p:cNvSpPr/>
          <p:nvPr/>
        </p:nvSpPr>
        <p:spPr>
          <a:xfrm>
            <a:off x="2273300" y="3433445"/>
            <a:ext cx="6188075" cy="570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0"/>
              </a:spcBef>
              <a:tabLst>
                <a:tab pos="6174740" algn="l"/>
              </a:tabLst>
            </a:pPr>
            <a:r>
              <a:rPr sz="1100" kern="0" spc="-2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1100" kern="0" spc="23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-2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1100" kern="0" spc="29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-2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1100" kern="0" spc="26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-2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1100" kern="0" spc="1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</a:t>
            </a:r>
            <a:r>
              <a:rPr sz="1100" kern="0" spc="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strike="sngStrike" kern="0" spc="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3044597" y="432901"/>
            <a:ext cx="3082925" cy="382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 rtl="0" eaLnBrk="0">
              <a:lnSpc>
                <a:spcPct val="94000"/>
              </a:lnSpc>
            </a:pPr>
            <a:r>
              <a:rPr lang="zh-CN" sz="3200" b="1" kern="0" spc="-15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项目主要目标</a:t>
            </a:r>
          </a:p>
        </p:txBody>
      </p:sp>
      <p:sp>
        <p:nvSpPr>
          <p:cNvPr id="54" name="textbox 54"/>
          <p:cNvSpPr/>
          <p:nvPr/>
        </p:nvSpPr>
        <p:spPr>
          <a:xfrm>
            <a:off x="131847" y="3933190"/>
            <a:ext cx="1120139" cy="826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1000"/>
              </a:lnSpc>
            </a:pPr>
            <a:r>
              <a:rPr sz="5800" kern="0" spc="-19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(AI)</a:t>
            </a:r>
            <a:endParaRPr sz="5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32685" y="1753870"/>
            <a:ext cx="4576445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利用地理学方法评价福州市社区便利度，为不同人群（儿童、老人、残障人士）选择社区提供指导帮助（个性化定制），同时给社区及其配套建设提供建设意见，最终形成可以迁移推广的成熟解决方案。</a:t>
            </a:r>
          </a:p>
        </p:txBody>
      </p:sp>
      <p:pic>
        <p:nvPicPr>
          <p:cNvPr id="3" name="图片 2" descr="灯泡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0905" y="1315720"/>
            <a:ext cx="664845" cy="6648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 124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0" name="path 130"/>
          <p:cNvSpPr/>
          <p:nvPr/>
        </p:nvSpPr>
        <p:spPr>
          <a:xfrm>
            <a:off x="-635" y="896620"/>
            <a:ext cx="9477375" cy="4246245"/>
          </a:xfrm>
          <a:custGeom>
            <a:avLst/>
            <a:gdLst/>
            <a:ahLst/>
            <a:cxnLst/>
            <a:rect l="0" t="0" r="0" b="0"/>
            <a:pathLst>
              <a:path w="12120" h="4665">
                <a:moveTo>
                  <a:pt x="0" y="4665"/>
                </a:moveTo>
                <a:lnTo>
                  <a:pt x="12120" y="4665"/>
                </a:lnTo>
                <a:lnTo>
                  <a:pt x="12120" y="0"/>
                </a:lnTo>
                <a:lnTo>
                  <a:pt x="0" y="0"/>
                </a:lnTo>
                <a:lnTo>
                  <a:pt x="0" y="4665"/>
                </a:lnTo>
                <a:close/>
              </a:path>
            </a:pathLst>
          </a:custGeom>
          <a:solidFill>
            <a:srgbClr val="E7E7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" name="textbox 132"/>
          <p:cNvSpPr/>
          <p:nvPr/>
        </p:nvSpPr>
        <p:spPr>
          <a:xfrm>
            <a:off x="3564892" y="169545"/>
            <a:ext cx="5579109" cy="727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2200" kern="0" spc="1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</a:t>
            </a:r>
            <a:r>
              <a:rPr sz="2200" kern="0" spc="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4900" kern="0" spc="-15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endParaRPr sz="4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153035" y="1175385"/>
            <a:ext cx="8839200" cy="3676650"/>
            <a:chOff x="241" y="1851"/>
            <a:chExt cx="13920" cy="5790"/>
          </a:xfrm>
        </p:grpSpPr>
        <p:sp>
          <p:nvSpPr>
            <p:cNvPr id="58" name="矩形 57"/>
            <p:cNvSpPr/>
            <p:nvPr/>
          </p:nvSpPr>
          <p:spPr>
            <a:xfrm>
              <a:off x="241" y="1851"/>
              <a:ext cx="13920" cy="57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402" y="2015"/>
              <a:ext cx="6592" cy="3150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8AED7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198" y="2015"/>
              <a:ext cx="300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多源数据获取与清理</a:t>
              </a:r>
            </a:p>
          </p:txBody>
        </p:sp>
        <p:sp>
          <p:nvSpPr>
            <p:cNvPr id="28" name="平行四边形 27"/>
            <p:cNvSpPr/>
            <p:nvPr/>
          </p:nvSpPr>
          <p:spPr>
            <a:xfrm>
              <a:off x="3581" y="2498"/>
              <a:ext cx="3194" cy="525"/>
            </a:xfrm>
            <a:prstGeom prst="parallelogram">
              <a:avLst/>
            </a:prstGeom>
            <a:solidFill>
              <a:srgbClr val="CFD2E6"/>
            </a:solidFill>
            <a:ln>
              <a:solidFill>
                <a:srgbClr val="28389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福州市</a:t>
              </a:r>
              <a:r>
                <a:rPr lang="en-US" alt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OSM</a:t>
              </a: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路网数据</a:t>
              </a:r>
            </a:p>
          </p:txBody>
        </p:sp>
        <p:sp>
          <p:nvSpPr>
            <p:cNvPr id="31" name="平行四边形 30"/>
            <p:cNvSpPr/>
            <p:nvPr/>
          </p:nvSpPr>
          <p:spPr>
            <a:xfrm>
              <a:off x="2261" y="3223"/>
              <a:ext cx="4514" cy="525"/>
            </a:xfrm>
            <a:prstGeom prst="parallelogram">
              <a:avLst/>
            </a:prstGeom>
            <a:solidFill>
              <a:srgbClr val="CFD2E6"/>
            </a:solidFill>
            <a:ln>
              <a:solidFill>
                <a:srgbClr val="28389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</a:t>
              </a: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个市辖区行政边界</a:t>
              </a:r>
              <a:r>
                <a:rPr lang="en-US" alt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社区中心点</a:t>
              </a:r>
            </a:p>
          </p:txBody>
        </p:sp>
        <p:sp>
          <p:nvSpPr>
            <p:cNvPr id="39" name="平行四边形 38"/>
            <p:cNvSpPr/>
            <p:nvPr/>
          </p:nvSpPr>
          <p:spPr>
            <a:xfrm>
              <a:off x="3477" y="3948"/>
              <a:ext cx="3298" cy="525"/>
            </a:xfrm>
            <a:prstGeom prst="parallelogram">
              <a:avLst/>
            </a:prstGeom>
            <a:solidFill>
              <a:srgbClr val="CFD2E6"/>
            </a:solidFill>
            <a:ln>
              <a:solidFill>
                <a:srgbClr val="28389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各类生活设施</a:t>
              </a:r>
              <a:r>
                <a:rPr lang="en-US" alt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POI</a:t>
              </a: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</a:t>
              </a:r>
            </a:p>
          </p:txBody>
        </p:sp>
        <p:sp>
          <p:nvSpPr>
            <p:cNvPr id="40" name="矩形 39"/>
            <p:cNvSpPr/>
            <p:nvPr/>
          </p:nvSpPr>
          <p:spPr>
            <a:xfrm>
              <a:off x="552" y="4048"/>
              <a:ext cx="1857" cy="8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AI辅助开发</a:t>
              </a:r>
            </a:p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爬虫工具</a:t>
              </a:r>
            </a:p>
          </p:txBody>
        </p:sp>
        <p:cxnSp>
          <p:nvCxnSpPr>
            <p:cNvPr id="41" name="直接箭头连接符 40"/>
            <p:cNvCxnSpPr>
              <a:stCxn id="40" idx="3"/>
              <a:endCxn id="39" idx="5"/>
            </p:cNvCxnSpPr>
            <p:nvPr/>
          </p:nvCxnSpPr>
          <p:spPr>
            <a:xfrm flipV="1">
              <a:off x="2409" y="4211"/>
              <a:ext cx="1134" cy="250"/>
            </a:xfrm>
            <a:prstGeom prst="straightConnector1">
              <a:avLst/>
            </a:prstGeom>
            <a:ln w="6350" cap="flat" cmpd="sng" algn="ctr">
              <a:solidFill>
                <a:schemeClr val="tx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2335" y="4440"/>
              <a:ext cx="1764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解决API成本问题</a:t>
              </a:r>
            </a:p>
          </p:txBody>
        </p:sp>
        <p:sp>
          <p:nvSpPr>
            <p:cNvPr id="51" name="矩形 50"/>
            <p:cNvSpPr/>
            <p:nvPr/>
          </p:nvSpPr>
          <p:spPr>
            <a:xfrm>
              <a:off x="7385" y="2015"/>
              <a:ext cx="6592" cy="3150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8AED7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9249" y="2015"/>
              <a:ext cx="300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基于路网的指标测度</a:t>
              </a:r>
            </a:p>
          </p:txBody>
        </p:sp>
        <p:sp>
          <p:nvSpPr>
            <p:cNvPr id="60" name="矩形 59"/>
            <p:cNvSpPr/>
            <p:nvPr/>
          </p:nvSpPr>
          <p:spPr>
            <a:xfrm>
              <a:off x="7639" y="2498"/>
              <a:ext cx="1373" cy="8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构建拓扑</a:t>
              </a:r>
            </a:p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路网模型</a:t>
              </a: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7565" y="3647"/>
              <a:ext cx="1968" cy="1124"/>
              <a:chOff x="7531" y="2400"/>
              <a:chExt cx="1968" cy="1124"/>
            </a:xfrm>
          </p:grpSpPr>
          <p:sp>
            <p:nvSpPr>
              <p:cNvPr id="62" name="菱形 61"/>
              <p:cNvSpPr/>
              <p:nvPr/>
            </p:nvSpPr>
            <p:spPr>
              <a:xfrm>
                <a:off x="7531" y="2400"/>
                <a:ext cx="1968" cy="1124"/>
              </a:xfrm>
              <a:prstGeom prst="diamond">
                <a:avLst/>
              </a:prstGeom>
              <a:solidFill>
                <a:srgbClr val="E8EFFF"/>
              </a:solidFill>
              <a:ln>
                <a:solidFill>
                  <a:srgbClr val="00278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ea typeface="宋体" panose="02010600030101010101" pitchFamily="2" charset="-122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7757" y="2613"/>
                <a:ext cx="1458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设置不同</a:t>
                </a:r>
              </a:p>
              <a:p>
                <a:pPr algn="ctr"/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腿长参数</a:t>
                </a:r>
              </a:p>
            </p:txBody>
          </p:sp>
        </p:grpSp>
        <p:cxnSp>
          <p:nvCxnSpPr>
            <p:cNvPr id="64" name="直接箭头连接符 63"/>
            <p:cNvCxnSpPr>
              <a:stCxn id="28" idx="2"/>
            </p:cNvCxnSpPr>
            <p:nvPr/>
          </p:nvCxnSpPr>
          <p:spPr>
            <a:xfrm>
              <a:off x="6709" y="2761"/>
              <a:ext cx="92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5" name="矩形 64"/>
            <p:cNvSpPr/>
            <p:nvPr/>
          </p:nvSpPr>
          <p:spPr>
            <a:xfrm>
              <a:off x="9876" y="3123"/>
              <a:ext cx="1805" cy="8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15</a:t>
              </a: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分钟生活圈路网阻抗计算</a:t>
              </a:r>
            </a:p>
          </p:txBody>
        </p:sp>
        <p:cxnSp>
          <p:nvCxnSpPr>
            <p:cNvPr id="66" name="肘形连接符 65"/>
            <p:cNvCxnSpPr>
              <a:stCxn id="60" idx="3"/>
              <a:endCxn id="65" idx="0"/>
            </p:cNvCxnSpPr>
            <p:nvPr/>
          </p:nvCxnSpPr>
          <p:spPr>
            <a:xfrm>
              <a:off x="9012" y="2911"/>
              <a:ext cx="1767" cy="212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>
              <a:stCxn id="31" idx="2"/>
            </p:cNvCxnSpPr>
            <p:nvPr/>
          </p:nvCxnSpPr>
          <p:spPr>
            <a:xfrm flipV="1">
              <a:off x="6709" y="3471"/>
              <a:ext cx="3142" cy="1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8" name="肘形连接符 67"/>
            <p:cNvCxnSpPr>
              <a:stCxn id="39" idx="3"/>
              <a:endCxn id="65" idx="2"/>
            </p:cNvCxnSpPr>
            <p:nvPr/>
          </p:nvCxnSpPr>
          <p:spPr>
            <a:xfrm rot="5400000" flipH="1" flipV="1">
              <a:off x="7657" y="1350"/>
              <a:ext cx="525" cy="5719"/>
            </a:xfrm>
            <a:prstGeom prst="bentConnector3">
              <a:avLst>
                <a:gd name="adj1" fmla="val -71429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肘形连接符 68"/>
            <p:cNvCxnSpPr/>
            <p:nvPr/>
          </p:nvCxnSpPr>
          <p:spPr>
            <a:xfrm flipV="1">
              <a:off x="9227" y="3757"/>
              <a:ext cx="666" cy="246"/>
            </a:xfrm>
            <a:prstGeom prst="bentConnector3">
              <a:avLst>
                <a:gd name="adj1" fmla="val 5015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0" name="矩形 69"/>
            <p:cNvSpPr/>
            <p:nvPr/>
          </p:nvSpPr>
          <p:spPr>
            <a:xfrm>
              <a:off x="11906" y="2613"/>
              <a:ext cx="1958" cy="2385"/>
            </a:xfrm>
            <a:prstGeom prst="rect">
              <a:avLst/>
            </a:prstGeom>
            <a:ln w="6350" cap="flat" cmpd="sng" algn="ctr">
              <a:solidFill>
                <a:schemeClr val="bg2">
                  <a:lumMod val="5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11808" y="2613"/>
              <a:ext cx="2215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</a:rPr>
                <a:t>三维指标体系</a:t>
              </a:r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12031" y="3071"/>
              <a:ext cx="1064" cy="8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BB73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设施多样性</a:t>
              </a:r>
            </a:p>
          </p:txBody>
        </p:sp>
        <p:sp>
          <p:nvSpPr>
            <p:cNvPr id="73" name="圆角矩形 72"/>
            <p:cNvSpPr/>
            <p:nvPr/>
          </p:nvSpPr>
          <p:spPr>
            <a:xfrm>
              <a:off x="12031" y="4121"/>
              <a:ext cx="1064" cy="74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BB73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总便</a:t>
              </a:r>
            </a:p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利度</a:t>
              </a:r>
            </a:p>
          </p:txBody>
        </p:sp>
        <p:sp>
          <p:nvSpPr>
            <p:cNvPr id="74" name="圆角矩形 73"/>
            <p:cNvSpPr/>
            <p:nvPr/>
          </p:nvSpPr>
          <p:spPr>
            <a:xfrm>
              <a:off x="13327" y="3136"/>
              <a:ext cx="465" cy="171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BB73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综合便利度</a:t>
              </a:r>
            </a:p>
          </p:txBody>
        </p:sp>
        <p:cxnSp>
          <p:nvCxnSpPr>
            <p:cNvPr id="75" name="直接箭头连接符 74"/>
            <p:cNvCxnSpPr>
              <a:stCxn id="65" idx="3"/>
              <a:endCxn id="72" idx="1"/>
            </p:cNvCxnSpPr>
            <p:nvPr/>
          </p:nvCxnSpPr>
          <p:spPr>
            <a:xfrm flipV="1">
              <a:off x="11681" y="3510"/>
              <a:ext cx="350" cy="2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>
              <a:stCxn id="65" idx="3"/>
              <a:endCxn id="73" idx="1"/>
            </p:cNvCxnSpPr>
            <p:nvPr/>
          </p:nvCxnSpPr>
          <p:spPr>
            <a:xfrm>
              <a:off x="11681" y="3536"/>
              <a:ext cx="350" cy="95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7" name="右大括号 76"/>
            <p:cNvSpPr/>
            <p:nvPr/>
          </p:nvSpPr>
          <p:spPr>
            <a:xfrm>
              <a:off x="13100" y="3505"/>
              <a:ext cx="119" cy="978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9012" y="5612"/>
              <a:ext cx="4965" cy="1830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8AED7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9994" y="5602"/>
              <a:ext cx="300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空间统计与可视化</a:t>
              </a:r>
            </a:p>
          </p:txBody>
        </p:sp>
        <p:sp>
          <p:nvSpPr>
            <p:cNvPr id="80" name="矩形 79"/>
            <p:cNvSpPr/>
            <p:nvPr/>
          </p:nvSpPr>
          <p:spPr>
            <a:xfrm>
              <a:off x="12658" y="6352"/>
              <a:ext cx="1134" cy="8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空间聚类分析</a:t>
              </a:r>
            </a:p>
          </p:txBody>
        </p:sp>
        <p:sp>
          <p:nvSpPr>
            <p:cNvPr id="81" name="矩形 80"/>
            <p:cNvSpPr/>
            <p:nvPr/>
          </p:nvSpPr>
          <p:spPr>
            <a:xfrm>
              <a:off x="10973" y="6352"/>
              <a:ext cx="1361" cy="8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多要素</a:t>
              </a:r>
            </a:p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叠加分析</a:t>
              </a:r>
            </a:p>
          </p:txBody>
        </p:sp>
        <p:cxnSp>
          <p:nvCxnSpPr>
            <p:cNvPr id="82" name="直接箭头连接符 81"/>
            <p:cNvCxnSpPr>
              <a:stCxn id="74" idx="2"/>
            </p:cNvCxnSpPr>
            <p:nvPr/>
          </p:nvCxnSpPr>
          <p:spPr>
            <a:xfrm flipH="1">
              <a:off x="13553" y="4848"/>
              <a:ext cx="7" cy="149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3" name="矩形 82"/>
            <p:cNvSpPr/>
            <p:nvPr/>
          </p:nvSpPr>
          <p:spPr>
            <a:xfrm>
              <a:off x="9288" y="6352"/>
              <a:ext cx="1361" cy="8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社区画像升级</a:t>
              </a:r>
            </a:p>
          </p:txBody>
        </p:sp>
        <p:cxnSp>
          <p:nvCxnSpPr>
            <p:cNvPr id="84" name="直接箭头连接符 83"/>
            <p:cNvCxnSpPr>
              <a:stCxn id="80" idx="1"/>
              <a:endCxn id="81" idx="3"/>
            </p:cNvCxnSpPr>
            <p:nvPr/>
          </p:nvCxnSpPr>
          <p:spPr>
            <a:xfrm flipH="1">
              <a:off x="12334" y="6765"/>
              <a:ext cx="3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5" name="直接箭头连接符 84"/>
            <p:cNvCxnSpPr>
              <a:stCxn id="81" idx="1"/>
              <a:endCxn id="83" idx="3"/>
            </p:cNvCxnSpPr>
            <p:nvPr/>
          </p:nvCxnSpPr>
          <p:spPr>
            <a:xfrm flipH="1">
              <a:off x="10649" y="6765"/>
              <a:ext cx="3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6" name="矩形 85"/>
            <p:cNvSpPr/>
            <p:nvPr/>
          </p:nvSpPr>
          <p:spPr>
            <a:xfrm>
              <a:off x="402" y="5613"/>
              <a:ext cx="7792" cy="1838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8AED7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3018" y="5613"/>
              <a:ext cx="300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成果应用</a:t>
              </a:r>
            </a:p>
          </p:txBody>
        </p:sp>
        <p:sp>
          <p:nvSpPr>
            <p:cNvPr id="88" name="流程图: 终止 87"/>
            <p:cNvSpPr/>
            <p:nvPr/>
          </p:nvSpPr>
          <p:spPr>
            <a:xfrm>
              <a:off x="661" y="6342"/>
              <a:ext cx="2023" cy="757"/>
            </a:xfrm>
            <a:prstGeom prst="flowChartTerminator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>
                  <a:solidFill>
                    <a:srgbClr val="6E79E4"/>
                  </a:solidFill>
                  <a:latin typeface="微软雅黑" panose="020B0503020204020204" charset="-122"/>
                  <a:ea typeface="微软雅黑" panose="020B0503020204020204" charset="-122"/>
                </a:rPr>
                <a:t>交互式</a:t>
              </a:r>
            </a:p>
            <a:p>
              <a:pPr algn="ctr"/>
              <a:r>
                <a:rPr lang="zh-CN" altLang="en-US" sz="1400" b="1">
                  <a:solidFill>
                    <a:srgbClr val="6E79E4"/>
                  </a:solidFill>
                  <a:latin typeface="微软雅黑" panose="020B0503020204020204" charset="-122"/>
                  <a:ea typeface="微软雅黑" panose="020B0503020204020204" charset="-122"/>
                </a:rPr>
                <a:t>地图开发</a:t>
              </a:r>
            </a:p>
          </p:txBody>
        </p:sp>
        <p:sp>
          <p:nvSpPr>
            <p:cNvPr id="89" name="流程图: 终止 88"/>
            <p:cNvSpPr/>
            <p:nvPr/>
          </p:nvSpPr>
          <p:spPr>
            <a:xfrm>
              <a:off x="3262" y="6342"/>
              <a:ext cx="1936" cy="756"/>
            </a:xfrm>
            <a:prstGeom prst="flowChartTerminator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>
                  <a:solidFill>
                    <a:srgbClr val="6E79E4"/>
                  </a:solidFill>
                  <a:latin typeface="微软雅黑" panose="020B0503020204020204" charset="-122"/>
                  <a:ea typeface="微软雅黑" panose="020B0503020204020204" charset="-122"/>
                </a:rPr>
                <a:t>个性化</a:t>
              </a:r>
            </a:p>
            <a:p>
              <a:pPr algn="ctr"/>
              <a:r>
                <a:rPr lang="zh-CN" altLang="en-US" sz="1400" b="1">
                  <a:solidFill>
                    <a:srgbClr val="6E79E4"/>
                  </a:solidFill>
                  <a:latin typeface="微软雅黑" panose="020B0503020204020204" charset="-122"/>
                  <a:ea typeface="微软雅黑" panose="020B0503020204020204" charset="-122"/>
                </a:rPr>
                <a:t>选居指南</a:t>
              </a:r>
            </a:p>
          </p:txBody>
        </p:sp>
        <p:sp>
          <p:nvSpPr>
            <p:cNvPr id="90" name="流程图: 终止 89"/>
            <p:cNvSpPr/>
            <p:nvPr/>
          </p:nvSpPr>
          <p:spPr>
            <a:xfrm>
              <a:off x="5811" y="6352"/>
              <a:ext cx="2106" cy="755"/>
            </a:xfrm>
            <a:prstGeom prst="flowChartTerminator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>
                  <a:solidFill>
                    <a:srgbClr val="6E79E4"/>
                  </a:solidFill>
                  <a:latin typeface="微软雅黑" panose="020B0503020204020204" charset="-122"/>
                  <a:ea typeface="微软雅黑" panose="020B0503020204020204" charset="-122"/>
                </a:rPr>
                <a:t>社区建设</a:t>
              </a:r>
            </a:p>
            <a:p>
              <a:pPr algn="ctr"/>
              <a:r>
                <a:rPr lang="zh-CN" altLang="en-US" sz="1400" b="1">
                  <a:solidFill>
                    <a:srgbClr val="6E79E4"/>
                  </a:solidFill>
                  <a:latin typeface="微软雅黑" panose="020B0503020204020204" charset="-122"/>
                  <a:ea typeface="微软雅黑" panose="020B0503020204020204" charset="-122"/>
                </a:rPr>
                <a:t>优化策略</a:t>
              </a:r>
            </a:p>
          </p:txBody>
        </p:sp>
        <p:cxnSp>
          <p:nvCxnSpPr>
            <p:cNvPr id="91" name="直接箭头连接符 90"/>
            <p:cNvCxnSpPr>
              <a:stCxn id="83" idx="1"/>
            </p:cNvCxnSpPr>
            <p:nvPr/>
          </p:nvCxnSpPr>
          <p:spPr>
            <a:xfrm flipH="1" flipV="1">
              <a:off x="8211" y="6761"/>
              <a:ext cx="1077" cy="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2" name="文本框 91"/>
          <p:cNvSpPr txBox="1"/>
          <p:nvPr/>
        </p:nvSpPr>
        <p:spPr>
          <a:xfrm>
            <a:off x="3404235" y="169545"/>
            <a:ext cx="23374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3200" b="1" kern="0" spc="-15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rPr>
              <a:t>技术路线图</a:t>
            </a:r>
            <a:r>
              <a:rPr sz="3200" kern="0" spc="1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  </a:t>
            </a:r>
            <a:endParaRPr lang="zh-CN" altLang="en-US" sz="3200"/>
          </a:p>
        </p:txBody>
      </p:sp>
      <p:sp>
        <p:nvSpPr>
          <p:cNvPr id="94" name="path 42"/>
          <p:cNvSpPr/>
          <p:nvPr/>
        </p:nvSpPr>
        <p:spPr>
          <a:xfrm>
            <a:off x="1190650" y="753745"/>
            <a:ext cx="533374" cy="142875"/>
          </a:xfrm>
          <a:custGeom>
            <a:avLst/>
            <a:gdLst/>
            <a:ahLst/>
            <a:cxnLst/>
            <a:rect l="0" t="0" r="0" b="0"/>
            <a:pathLst>
              <a:path w="839" h="225">
                <a:moveTo>
                  <a:pt x="21" y="225"/>
                </a:moveTo>
                <a:lnTo>
                  <a:pt x="119" y="112"/>
                </a:lnTo>
                <a:lnTo>
                  <a:pt x="21" y="0"/>
                </a:lnTo>
                <a:lnTo>
                  <a:pt x="0" y="24"/>
                </a:lnTo>
                <a:lnTo>
                  <a:pt x="78" y="112"/>
                </a:lnTo>
                <a:lnTo>
                  <a:pt x="0" y="201"/>
                </a:lnTo>
                <a:lnTo>
                  <a:pt x="21" y="225"/>
                </a:lnTo>
                <a:close/>
              </a:path>
              <a:path w="839" h="225">
                <a:moveTo>
                  <a:pt x="261" y="225"/>
                </a:moveTo>
                <a:lnTo>
                  <a:pt x="359" y="112"/>
                </a:lnTo>
                <a:lnTo>
                  <a:pt x="261" y="0"/>
                </a:lnTo>
                <a:lnTo>
                  <a:pt x="239" y="24"/>
                </a:lnTo>
                <a:lnTo>
                  <a:pt x="317" y="112"/>
                </a:lnTo>
                <a:lnTo>
                  <a:pt x="239" y="201"/>
                </a:lnTo>
                <a:lnTo>
                  <a:pt x="261" y="225"/>
                </a:lnTo>
                <a:close/>
              </a:path>
              <a:path w="839" h="225">
                <a:moveTo>
                  <a:pt x="487" y="225"/>
                </a:moveTo>
                <a:lnTo>
                  <a:pt x="599" y="112"/>
                </a:lnTo>
                <a:lnTo>
                  <a:pt x="487" y="0"/>
                </a:lnTo>
                <a:lnTo>
                  <a:pt x="464" y="24"/>
                </a:lnTo>
                <a:lnTo>
                  <a:pt x="552" y="112"/>
                </a:lnTo>
                <a:lnTo>
                  <a:pt x="464" y="201"/>
                </a:lnTo>
                <a:lnTo>
                  <a:pt x="487" y="225"/>
                </a:lnTo>
                <a:close/>
              </a:path>
              <a:path w="839" h="225">
                <a:moveTo>
                  <a:pt x="728" y="225"/>
                </a:moveTo>
                <a:lnTo>
                  <a:pt x="839" y="112"/>
                </a:lnTo>
                <a:lnTo>
                  <a:pt x="728" y="0"/>
                </a:lnTo>
                <a:lnTo>
                  <a:pt x="704" y="24"/>
                </a:lnTo>
                <a:lnTo>
                  <a:pt x="792" y="112"/>
                </a:lnTo>
                <a:lnTo>
                  <a:pt x="704" y="201"/>
                </a:lnTo>
                <a:lnTo>
                  <a:pt x="728" y="22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rect 598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0" name="textbox 600"/>
          <p:cNvSpPr/>
          <p:nvPr/>
        </p:nvSpPr>
        <p:spPr>
          <a:xfrm>
            <a:off x="619125" y="2533650"/>
            <a:ext cx="2514600" cy="1743075"/>
          </a:xfrm>
          <a:prstGeom prst="rect">
            <a:avLst/>
          </a:prstGeom>
          <a:solidFill>
            <a:srgbClr val="E7E7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6420" indent="-196850" algn="l" rtl="0" eaLnBrk="0">
              <a:lnSpc>
                <a:spcPct val="99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2" name="textbox 602"/>
          <p:cNvSpPr/>
          <p:nvPr/>
        </p:nvSpPr>
        <p:spPr>
          <a:xfrm>
            <a:off x="4923331" y="2825480"/>
            <a:ext cx="4151629" cy="746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  <a:spcBef>
                <a:spcPts val="0"/>
              </a:spcBef>
            </a:pPr>
            <a:r>
              <a:rPr sz="4900" kern="0" spc="-25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INTELLIGENCE</a:t>
            </a:r>
            <a:endParaRPr sz="4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4" name="textbox 604"/>
          <p:cNvSpPr/>
          <p:nvPr/>
        </p:nvSpPr>
        <p:spPr>
          <a:xfrm>
            <a:off x="3324225" y="2539791"/>
            <a:ext cx="2514600" cy="1743075"/>
          </a:xfrm>
          <a:prstGeom prst="rect">
            <a:avLst/>
          </a:prstGeom>
          <a:solidFill>
            <a:srgbClr val="E7E7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58850" algn="l" rtl="0" eaLnBrk="0">
              <a:lnSpc>
                <a:spcPct val="87000"/>
              </a:lnSpc>
              <a:spcBef>
                <a:spcPts val="0"/>
              </a:spcBef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6" name="textbox 606"/>
          <p:cNvSpPr/>
          <p:nvPr/>
        </p:nvSpPr>
        <p:spPr>
          <a:xfrm>
            <a:off x="7954793" y="3872865"/>
            <a:ext cx="1116964" cy="826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1000"/>
              </a:lnSpc>
            </a:pPr>
            <a:r>
              <a:rPr sz="5800" kern="0" spc="-20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(AI)</a:t>
            </a:r>
            <a:endParaRPr sz="5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8" name="textbox 608"/>
          <p:cNvSpPr/>
          <p:nvPr/>
        </p:nvSpPr>
        <p:spPr>
          <a:xfrm>
            <a:off x="6019800" y="2533650"/>
            <a:ext cx="2514600" cy="1743075"/>
          </a:xfrm>
          <a:prstGeom prst="rect">
            <a:avLst/>
          </a:prstGeom>
          <a:solidFill>
            <a:srgbClr val="E7E7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10285" algn="l" rtl="0" eaLnBrk="0">
              <a:lnSpc>
                <a:spcPct val="83000"/>
              </a:lnSpc>
              <a:spcBef>
                <a:spcPts val="5"/>
              </a:spcBef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44" name="textbox 644"/>
          <p:cNvSpPr/>
          <p:nvPr/>
        </p:nvSpPr>
        <p:spPr>
          <a:xfrm>
            <a:off x="5834974" y="1737118"/>
            <a:ext cx="3237229" cy="746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3000"/>
              </a:lnSpc>
            </a:pPr>
            <a:r>
              <a:rPr sz="5100" kern="0" spc="-24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FICIA</a:t>
            </a:r>
            <a:r>
              <a:rPr sz="5100" kern="0" spc="-19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</a:t>
            </a:r>
            <a:endParaRPr sz="5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48" name="path 648"/>
          <p:cNvSpPr/>
          <p:nvPr/>
        </p:nvSpPr>
        <p:spPr>
          <a:xfrm>
            <a:off x="3495675" y="4610100"/>
            <a:ext cx="133350" cy="180949"/>
          </a:xfrm>
          <a:custGeom>
            <a:avLst/>
            <a:gdLst/>
            <a:ahLst/>
            <a:cxnLst/>
            <a:rect l="0" t="0" r="0" b="0"/>
            <a:pathLst>
              <a:path w="210" h="284">
                <a:moveTo>
                  <a:pt x="162" y="0"/>
                </a:moveTo>
                <a:lnTo>
                  <a:pt x="0" y="258"/>
                </a:lnTo>
                <a:lnTo>
                  <a:pt x="46" y="284"/>
                </a:lnTo>
                <a:lnTo>
                  <a:pt x="210" y="26"/>
                </a:lnTo>
                <a:lnTo>
                  <a:pt x="162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50" name="path 650"/>
          <p:cNvSpPr/>
          <p:nvPr/>
        </p:nvSpPr>
        <p:spPr>
          <a:xfrm>
            <a:off x="3905250" y="4610100"/>
            <a:ext cx="133350" cy="180949"/>
          </a:xfrm>
          <a:custGeom>
            <a:avLst/>
            <a:gdLst/>
            <a:ahLst/>
            <a:cxnLst/>
            <a:rect l="0" t="0" r="0" b="0"/>
            <a:pathLst>
              <a:path w="210" h="284">
                <a:moveTo>
                  <a:pt x="162" y="0"/>
                </a:moveTo>
                <a:lnTo>
                  <a:pt x="0" y="258"/>
                </a:lnTo>
                <a:lnTo>
                  <a:pt x="46" y="284"/>
                </a:lnTo>
                <a:lnTo>
                  <a:pt x="210" y="26"/>
                </a:lnTo>
                <a:lnTo>
                  <a:pt x="162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52" name="path 652"/>
          <p:cNvSpPr/>
          <p:nvPr/>
        </p:nvSpPr>
        <p:spPr>
          <a:xfrm>
            <a:off x="3086100" y="4610100"/>
            <a:ext cx="133350" cy="180949"/>
          </a:xfrm>
          <a:custGeom>
            <a:avLst/>
            <a:gdLst/>
            <a:ahLst/>
            <a:cxnLst/>
            <a:rect l="0" t="0" r="0" b="0"/>
            <a:pathLst>
              <a:path w="210" h="284">
                <a:moveTo>
                  <a:pt x="162" y="0"/>
                </a:moveTo>
                <a:lnTo>
                  <a:pt x="0" y="258"/>
                </a:lnTo>
                <a:lnTo>
                  <a:pt x="46" y="284"/>
                </a:lnTo>
                <a:lnTo>
                  <a:pt x="210" y="26"/>
                </a:lnTo>
                <a:lnTo>
                  <a:pt x="162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54" name="path 654"/>
          <p:cNvSpPr/>
          <p:nvPr/>
        </p:nvSpPr>
        <p:spPr>
          <a:xfrm>
            <a:off x="2676525" y="4610100"/>
            <a:ext cx="133350" cy="180949"/>
          </a:xfrm>
          <a:custGeom>
            <a:avLst/>
            <a:gdLst/>
            <a:ahLst/>
            <a:cxnLst/>
            <a:rect l="0" t="0" r="0" b="0"/>
            <a:pathLst>
              <a:path w="210" h="284">
                <a:moveTo>
                  <a:pt x="163" y="0"/>
                </a:moveTo>
                <a:lnTo>
                  <a:pt x="0" y="258"/>
                </a:lnTo>
                <a:lnTo>
                  <a:pt x="46" y="284"/>
                </a:lnTo>
                <a:lnTo>
                  <a:pt x="210" y="26"/>
                </a:lnTo>
                <a:lnTo>
                  <a:pt x="16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56" name="path 656"/>
          <p:cNvSpPr/>
          <p:nvPr/>
        </p:nvSpPr>
        <p:spPr>
          <a:xfrm>
            <a:off x="2266950" y="4610100"/>
            <a:ext cx="133350" cy="180949"/>
          </a:xfrm>
          <a:custGeom>
            <a:avLst/>
            <a:gdLst/>
            <a:ahLst/>
            <a:cxnLst/>
            <a:rect l="0" t="0" r="0" b="0"/>
            <a:pathLst>
              <a:path w="210" h="284">
                <a:moveTo>
                  <a:pt x="163" y="0"/>
                </a:moveTo>
                <a:lnTo>
                  <a:pt x="0" y="258"/>
                </a:lnTo>
                <a:lnTo>
                  <a:pt x="46" y="284"/>
                </a:lnTo>
                <a:lnTo>
                  <a:pt x="210" y="26"/>
                </a:lnTo>
                <a:lnTo>
                  <a:pt x="16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58" name="path 658"/>
          <p:cNvSpPr/>
          <p:nvPr/>
        </p:nvSpPr>
        <p:spPr>
          <a:xfrm>
            <a:off x="1857375" y="4610100"/>
            <a:ext cx="133350" cy="180949"/>
          </a:xfrm>
          <a:custGeom>
            <a:avLst/>
            <a:gdLst/>
            <a:ahLst/>
            <a:cxnLst/>
            <a:rect l="0" t="0" r="0" b="0"/>
            <a:pathLst>
              <a:path w="210" h="284">
                <a:moveTo>
                  <a:pt x="163" y="0"/>
                </a:moveTo>
                <a:lnTo>
                  <a:pt x="0" y="258"/>
                </a:lnTo>
                <a:lnTo>
                  <a:pt x="47" y="284"/>
                </a:lnTo>
                <a:lnTo>
                  <a:pt x="210" y="26"/>
                </a:lnTo>
                <a:lnTo>
                  <a:pt x="16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0" name="path 660"/>
          <p:cNvSpPr/>
          <p:nvPr/>
        </p:nvSpPr>
        <p:spPr>
          <a:xfrm>
            <a:off x="638175" y="4610100"/>
            <a:ext cx="133350" cy="180949"/>
          </a:xfrm>
          <a:custGeom>
            <a:avLst/>
            <a:gdLst/>
            <a:ahLst/>
            <a:cxnLst/>
            <a:rect l="0" t="0" r="0" b="0"/>
            <a:pathLst>
              <a:path w="210" h="284">
                <a:moveTo>
                  <a:pt x="163" y="0"/>
                </a:moveTo>
                <a:lnTo>
                  <a:pt x="0" y="258"/>
                </a:lnTo>
                <a:lnTo>
                  <a:pt x="46" y="284"/>
                </a:lnTo>
                <a:lnTo>
                  <a:pt x="210" y="26"/>
                </a:lnTo>
                <a:lnTo>
                  <a:pt x="16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2" name="path 662"/>
          <p:cNvSpPr/>
          <p:nvPr/>
        </p:nvSpPr>
        <p:spPr>
          <a:xfrm>
            <a:off x="1457325" y="4610100"/>
            <a:ext cx="123825" cy="180949"/>
          </a:xfrm>
          <a:custGeom>
            <a:avLst/>
            <a:gdLst/>
            <a:ahLst/>
            <a:cxnLst/>
            <a:rect l="0" t="0" r="0" b="0"/>
            <a:pathLst>
              <a:path w="195" h="284">
                <a:moveTo>
                  <a:pt x="151" y="0"/>
                </a:moveTo>
                <a:lnTo>
                  <a:pt x="0" y="258"/>
                </a:lnTo>
                <a:lnTo>
                  <a:pt x="44" y="284"/>
                </a:lnTo>
                <a:lnTo>
                  <a:pt x="195" y="26"/>
                </a:lnTo>
                <a:lnTo>
                  <a:pt x="151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4" name="path 664"/>
          <p:cNvSpPr/>
          <p:nvPr/>
        </p:nvSpPr>
        <p:spPr>
          <a:xfrm>
            <a:off x="1047750" y="4610100"/>
            <a:ext cx="123799" cy="180949"/>
          </a:xfrm>
          <a:custGeom>
            <a:avLst/>
            <a:gdLst/>
            <a:ahLst/>
            <a:cxnLst/>
            <a:rect l="0" t="0" r="0" b="0"/>
            <a:pathLst>
              <a:path w="194" h="284">
                <a:moveTo>
                  <a:pt x="151" y="0"/>
                </a:moveTo>
                <a:lnTo>
                  <a:pt x="0" y="258"/>
                </a:lnTo>
                <a:lnTo>
                  <a:pt x="43" y="284"/>
                </a:lnTo>
                <a:lnTo>
                  <a:pt x="194" y="26"/>
                </a:lnTo>
                <a:lnTo>
                  <a:pt x="151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3404235" y="169545"/>
            <a:ext cx="23374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3200" b="1" kern="0" spc="-15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rPr>
              <a:t>指标构建</a:t>
            </a:r>
            <a:r>
              <a:rPr sz="3200" kern="0" spc="1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  </a:t>
            </a:r>
            <a:endParaRPr lang="zh-CN" altLang="en-US" sz="3200"/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222250" y="608330"/>
            <a:ext cx="3406775" cy="1818640"/>
            <a:chOff x="0" y="0"/>
            <a:chExt cx="4586758" cy="2447912"/>
          </a:xfrm>
        </p:grpSpPr>
        <p:sp>
          <p:nvSpPr>
            <p:cNvPr id="304" name="path 304"/>
            <p:cNvSpPr/>
            <p:nvPr/>
          </p:nvSpPr>
          <p:spPr>
            <a:xfrm>
              <a:off x="0" y="0"/>
              <a:ext cx="4586758" cy="2447912"/>
            </a:xfrm>
            <a:custGeom>
              <a:avLst/>
              <a:gdLst/>
              <a:ahLst/>
              <a:cxnLst/>
              <a:rect l="0" t="0" r="0" b="0"/>
              <a:pathLst>
                <a:path w="7223" h="3854">
                  <a:moveTo>
                    <a:pt x="3960" y="413"/>
                  </a:moveTo>
                  <a:cubicBezTo>
                    <a:pt x="3965" y="413"/>
                    <a:pt x="3968" y="415"/>
                    <a:pt x="3969" y="421"/>
                  </a:cubicBezTo>
                  <a:cubicBezTo>
                    <a:pt x="3969" y="426"/>
                    <a:pt x="3967" y="429"/>
                    <a:pt x="3964" y="429"/>
                  </a:cubicBezTo>
                  <a:cubicBezTo>
                    <a:pt x="3963" y="429"/>
                    <a:pt x="3961" y="429"/>
                    <a:pt x="3960" y="428"/>
                  </a:cubicBezTo>
                  <a:cubicBezTo>
                    <a:pt x="3954" y="426"/>
                    <a:pt x="3950" y="423"/>
                    <a:pt x="3945" y="420"/>
                  </a:cubicBezTo>
                  <a:lnTo>
                    <a:pt x="3955" y="414"/>
                  </a:lnTo>
                  <a:cubicBezTo>
                    <a:pt x="3957" y="414"/>
                    <a:pt x="3958" y="413"/>
                    <a:pt x="3960" y="413"/>
                  </a:cubicBezTo>
                  <a:moveTo>
                    <a:pt x="3896" y="414"/>
                  </a:moveTo>
                  <a:cubicBezTo>
                    <a:pt x="3897" y="414"/>
                    <a:pt x="3897" y="414"/>
                    <a:pt x="3899" y="414"/>
                  </a:cubicBezTo>
                  <a:cubicBezTo>
                    <a:pt x="3905" y="416"/>
                    <a:pt x="3918" y="416"/>
                    <a:pt x="3916" y="429"/>
                  </a:cubicBezTo>
                  <a:cubicBezTo>
                    <a:pt x="3915" y="434"/>
                    <a:pt x="3919" y="444"/>
                    <a:pt x="3909" y="446"/>
                  </a:cubicBezTo>
                  <a:cubicBezTo>
                    <a:pt x="3899" y="442"/>
                    <a:pt x="3892" y="434"/>
                    <a:pt x="3891" y="424"/>
                  </a:cubicBezTo>
                  <a:cubicBezTo>
                    <a:pt x="3891" y="419"/>
                    <a:pt x="3891" y="414"/>
                    <a:pt x="3896" y="414"/>
                  </a:cubicBezTo>
                  <a:moveTo>
                    <a:pt x="3673" y="425"/>
                  </a:moveTo>
                  <a:cubicBezTo>
                    <a:pt x="3676" y="425"/>
                    <a:pt x="3680" y="430"/>
                    <a:pt x="3685" y="434"/>
                  </a:cubicBezTo>
                  <a:cubicBezTo>
                    <a:pt x="3678" y="440"/>
                    <a:pt x="3671" y="446"/>
                    <a:pt x="3664" y="452"/>
                  </a:cubicBezTo>
                  <a:cubicBezTo>
                    <a:pt x="3607" y="486"/>
                    <a:pt x="3606" y="535"/>
                    <a:pt x="3661" y="570"/>
                  </a:cubicBezTo>
                  <a:cubicBezTo>
                    <a:pt x="3669" y="575"/>
                    <a:pt x="3675" y="579"/>
                    <a:pt x="3673" y="590"/>
                  </a:cubicBezTo>
                  <a:cubicBezTo>
                    <a:pt x="3672" y="602"/>
                    <a:pt x="3668" y="603"/>
                    <a:pt x="3658" y="607"/>
                  </a:cubicBezTo>
                  <a:cubicBezTo>
                    <a:pt x="3633" y="616"/>
                    <a:pt x="3627" y="638"/>
                    <a:pt x="3628" y="662"/>
                  </a:cubicBezTo>
                  <a:cubicBezTo>
                    <a:pt x="3630" y="681"/>
                    <a:pt x="3626" y="693"/>
                    <a:pt x="3614" y="693"/>
                  </a:cubicBezTo>
                  <a:cubicBezTo>
                    <a:pt x="3609" y="693"/>
                    <a:pt x="3603" y="691"/>
                    <a:pt x="3595" y="686"/>
                  </a:cubicBezTo>
                  <a:cubicBezTo>
                    <a:pt x="3591" y="684"/>
                    <a:pt x="3587" y="683"/>
                    <a:pt x="3583" y="683"/>
                  </a:cubicBezTo>
                  <a:cubicBezTo>
                    <a:pt x="3578" y="683"/>
                    <a:pt x="3574" y="684"/>
                    <a:pt x="3570" y="686"/>
                  </a:cubicBezTo>
                  <a:cubicBezTo>
                    <a:pt x="3546" y="698"/>
                    <a:pt x="3520" y="705"/>
                    <a:pt x="3494" y="705"/>
                  </a:cubicBezTo>
                  <a:cubicBezTo>
                    <a:pt x="3486" y="705"/>
                    <a:pt x="3479" y="704"/>
                    <a:pt x="3471" y="703"/>
                  </a:cubicBezTo>
                  <a:cubicBezTo>
                    <a:pt x="3465" y="702"/>
                    <a:pt x="3461" y="704"/>
                    <a:pt x="3463" y="696"/>
                  </a:cubicBezTo>
                  <a:lnTo>
                    <a:pt x="3463" y="696"/>
                  </a:lnTo>
                  <a:lnTo>
                    <a:pt x="3463" y="696"/>
                  </a:lnTo>
                  <a:cubicBezTo>
                    <a:pt x="3465" y="689"/>
                    <a:pt x="3467" y="686"/>
                    <a:pt x="3477" y="685"/>
                  </a:cubicBezTo>
                  <a:cubicBezTo>
                    <a:pt x="3505" y="681"/>
                    <a:pt x="3539" y="676"/>
                    <a:pt x="3552" y="648"/>
                  </a:cubicBezTo>
                  <a:cubicBezTo>
                    <a:pt x="3564" y="622"/>
                    <a:pt x="3565" y="593"/>
                    <a:pt x="3592" y="575"/>
                  </a:cubicBezTo>
                  <a:cubicBezTo>
                    <a:pt x="3600" y="568"/>
                    <a:pt x="3593" y="559"/>
                    <a:pt x="3585" y="553"/>
                  </a:cubicBezTo>
                  <a:cubicBezTo>
                    <a:pt x="3549" y="523"/>
                    <a:pt x="3566" y="502"/>
                    <a:pt x="3596" y="483"/>
                  </a:cubicBezTo>
                  <a:cubicBezTo>
                    <a:pt x="3615" y="472"/>
                    <a:pt x="3637" y="464"/>
                    <a:pt x="3644" y="439"/>
                  </a:cubicBezTo>
                  <a:cubicBezTo>
                    <a:pt x="3648" y="426"/>
                    <a:pt x="3662" y="426"/>
                    <a:pt x="3673" y="425"/>
                  </a:cubicBezTo>
                  <a:moveTo>
                    <a:pt x="3891" y="943"/>
                  </a:moveTo>
                  <a:cubicBezTo>
                    <a:pt x="3902" y="943"/>
                    <a:pt x="3914" y="953"/>
                    <a:pt x="3919" y="968"/>
                  </a:cubicBezTo>
                  <a:cubicBezTo>
                    <a:pt x="3923" y="985"/>
                    <a:pt x="3931" y="997"/>
                    <a:pt x="3945" y="997"/>
                  </a:cubicBezTo>
                  <a:cubicBezTo>
                    <a:pt x="3949" y="997"/>
                    <a:pt x="3953" y="996"/>
                    <a:pt x="3958" y="994"/>
                  </a:cubicBezTo>
                  <a:cubicBezTo>
                    <a:pt x="3974" y="986"/>
                    <a:pt x="3990" y="982"/>
                    <a:pt x="4004" y="982"/>
                  </a:cubicBezTo>
                  <a:cubicBezTo>
                    <a:pt x="4035" y="982"/>
                    <a:pt x="4062" y="998"/>
                    <a:pt x="4089" y="1019"/>
                  </a:cubicBezTo>
                  <a:cubicBezTo>
                    <a:pt x="4093" y="1022"/>
                    <a:pt x="4098" y="1027"/>
                    <a:pt x="4102" y="1032"/>
                  </a:cubicBezTo>
                  <a:cubicBezTo>
                    <a:pt x="4112" y="1043"/>
                    <a:pt x="4140" y="1044"/>
                    <a:pt x="4131" y="1065"/>
                  </a:cubicBezTo>
                  <a:lnTo>
                    <a:pt x="4131" y="1066"/>
                  </a:lnTo>
                  <a:cubicBezTo>
                    <a:pt x="4127" y="1076"/>
                    <a:pt x="4117" y="1078"/>
                    <a:pt x="4106" y="1078"/>
                  </a:cubicBezTo>
                  <a:cubicBezTo>
                    <a:pt x="4101" y="1078"/>
                    <a:pt x="4096" y="1077"/>
                    <a:pt x="4091" y="1077"/>
                  </a:cubicBezTo>
                  <a:cubicBezTo>
                    <a:pt x="4088" y="1077"/>
                    <a:pt x="4086" y="1077"/>
                    <a:pt x="4083" y="1078"/>
                  </a:cubicBezTo>
                  <a:cubicBezTo>
                    <a:pt x="4080" y="1078"/>
                    <a:pt x="4076" y="1078"/>
                    <a:pt x="4073" y="1078"/>
                  </a:cubicBezTo>
                  <a:cubicBezTo>
                    <a:pt x="4055" y="1078"/>
                    <a:pt x="4037" y="1074"/>
                    <a:pt x="4022" y="1065"/>
                  </a:cubicBezTo>
                  <a:cubicBezTo>
                    <a:pt x="4005" y="1056"/>
                    <a:pt x="3989" y="1052"/>
                    <a:pt x="3973" y="1052"/>
                  </a:cubicBezTo>
                  <a:cubicBezTo>
                    <a:pt x="3943" y="1052"/>
                    <a:pt x="3914" y="1062"/>
                    <a:pt x="3885" y="1062"/>
                  </a:cubicBezTo>
                  <a:cubicBezTo>
                    <a:pt x="3879" y="1062"/>
                    <a:pt x="3872" y="1062"/>
                    <a:pt x="3866" y="1061"/>
                  </a:cubicBezTo>
                  <a:cubicBezTo>
                    <a:pt x="3843" y="1057"/>
                    <a:pt x="3834" y="1045"/>
                    <a:pt x="3837" y="1023"/>
                  </a:cubicBezTo>
                  <a:cubicBezTo>
                    <a:pt x="3842" y="994"/>
                    <a:pt x="3859" y="969"/>
                    <a:pt x="3878" y="949"/>
                  </a:cubicBezTo>
                  <a:cubicBezTo>
                    <a:pt x="3881" y="945"/>
                    <a:pt x="3886" y="943"/>
                    <a:pt x="3891" y="943"/>
                  </a:cubicBezTo>
                  <a:moveTo>
                    <a:pt x="4339" y="925"/>
                  </a:moveTo>
                  <a:cubicBezTo>
                    <a:pt x="4347" y="925"/>
                    <a:pt x="4355" y="927"/>
                    <a:pt x="4364" y="931"/>
                  </a:cubicBezTo>
                  <a:cubicBezTo>
                    <a:pt x="4372" y="935"/>
                    <a:pt x="4374" y="947"/>
                    <a:pt x="4366" y="953"/>
                  </a:cubicBezTo>
                  <a:cubicBezTo>
                    <a:pt x="4327" y="993"/>
                    <a:pt x="4330" y="1019"/>
                    <a:pt x="4373" y="1057"/>
                  </a:cubicBezTo>
                  <a:cubicBezTo>
                    <a:pt x="4407" y="1088"/>
                    <a:pt x="4420" y="1131"/>
                    <a:pt x="4431" y="1174"/>
                  </a:cubicBezTo>
                  <a:cubicBezTo>
                    <a:pt x="4435" y="1188"/>
                    <a:pt x="4427" y="1193"/>
                    <a:pt x="4412" y="1193"/>
                  </a:cubicBezTo>
                  <a:cubicBezTo>
                    <a:pt x="4409" y="1193"/>
                    <a:pt x="4407" y="1193"/>
                    <a:pt x="4405" y="1193"/>
                  </a:cubicBezTo>
                  <a:cubicBezTo>
                    <a:pt x="4388" y="1170"/>
                    <a:pt x="4332" y="1189"/>
                    <a:pt x="4339" y="1121"/>
                  </a:cubicBezTo>
                  <a:lnTo>
                    <a:pt x="4339" y="1121"/>
                  </a:lnTo>
                  <a:lnTo>
                    <a:pt x="4339" y="1122"/>
                  </a:lnTo>
                  <a:cubicBezTo>
                    <a:pt x="4342" y="1090"/>
                    <a:pt x="4303" y="1049"/>
                    <a:pt x="4276" y="1018"/>
                  </a:cubicBezTo>
                  <a:cubicBezTo>
                    <a:pt x="4256" y="994"/>
                    <a:pt x="4259" y="973"/>
                    <a:pt x="4276" y="958"/>
                  </a:cubicBezTo>
                  <a:cubicBezTo>
                    <a:pt x="4294" y="942"/>
                    <a:pt x="4314" y="925"/>
                    <a:pt x="4339" y="925"/>
                  </a:cubicBezTo>
                  <a:moveTo>
                    <a:pt x="3485" y="978"/>
                  </a:moveTo>
                  <a:cubicBezTo>
                    <a:pt x="3489" y="978"/>
                    <a:pt x="3494" y="982"/>
                    <a:pt x="3495" y="985"/>
                  </a:cubicBezTo>
                  <a:cubicBezTo>
                    <a:pt x="3516" y="1020"/>
                    <a:pt x="3558" y="1023"/>
                    <a:pt x="3586" y="1048"/>
                  </a:cubicBezTo>
                  <a:cubicBezTo>
                    <a:pt x="3624" y="1080"/>
                    <a:pt x="3626" y="1126"/>
                    <a:pt x="3649" y="1163"/>
                  </a:cubicBezTo>
                  <a:cubicBezTo>
                    <a:pt x="3656" y="1175"/>
                    <a:pt x="3658" y="1193"/>
                    <a:pt x="3668" y="1200"/>
                  </a:cubicBezTo>
                  <a:cubicBezTo>
                    <a:pt x="3679" y="1208"/>
                    <a:pt x="3696" y="1224"/>
                    <a:pt x="3708" y="1224"/>
                  </a:cubicBezTo>
                  <a:cubicBezTo>
                    <a:pt x="3713" y="1224"/>
                    <a:pt x="3716" y="1222"/>
                    <a:pt x="3719" y="1217"/>
                  </a:cubicBezTo>
                  <a:cubicBezTo>
                    <a:pt x="3728" y="1200"/>
                    <a:pt x="3751" y="1175"/>
                    <a:pt x="3733" y="1147"/>
                  </a:cubicBezTo>
                  <a:cubicBezTo>
                    <a:pt x="3727" y="1138"/>
                    <a:pt x="3710" y="1123"/>
                    <a:pt x="3727" y="1115"/>
                  </a:cubicBezTo>
                  <a:cubicBezTo>
                    <a:pt x="3735" y="1112"/>
                    <a:pt x="3745" y="1100"/>
                    <a:pt x="3756" y="1100"/>
                  </a:cubicBezTo>
                  <a:cubicBezTo>
                    <a:pt x="3764" y="1100"/>
                    <a:pt x="3771" y="1106"/>
                    <a:pt x="3777" y="1127"/>
                  </a:cubicBezTo>
                  <a:cubicBezTo>
                    <a:pt x="3790" y="1173"/>
                    <a:pt x="3814" y="1227"/>
                    <a:pt x="3872" y="1227"/>
                  </a:cubicBezTo>
                  <a:cubicBezTo>
                    <a:pt x="3875" y="1227"/>
                    <a:pt x="3878" y="1226"/>
                    <a:pt x="3881" y="1226"/>
                  </a:cubicBezTo>
                  <a:cubicBezTo>
                    <a:pt x="3883" y="1226"/>
                    <a:pt x="3885" y="1226"/>
                    <a:pt x="3887" y="1226"/>
                  </a:cubicBezTo>
                  <a:cubicBezTo>
                    <a:pt x="3911" y="1226"/>
                    <a:pt x="3935" y="1239"/>
                    <a:pt x="3959" y="1239"/>
                  </a:cubicBezTo>
                  <a:cubicBezTo>
                    <a:pt x="3971" y="1239"/>
                    <a:pt x="3983" y="1236"/>
                    <a:pt x="3995" y="1227"/>
                  </a:cubicBezTo>
                  <a:cubicBezTo>
                    <a:pt x="4000" y="1223"/>
                    <a:pt x="4003" y="1222"/>
                    <a:pt x="4006" y="1222"/>
                  </a:cubicBezTo>
                  <a:cubicBezTo>
                    <a:pt x="4013" y="1222"/>
                    <a:pt x="4010" y="1237"/>
                    <a:pt x="4011" y="1245"/>
                  </a:cubicBezTo>
                  <a:cubicBezTo>
                    <a:pt x="4018" y="1281"/>
                    <a:pt x="3993" y="1310"/>
                    <a:pt x="3987" y="1343"/>
                  </a:cubicBezTo>
                  <a:cubicBezTo>
                    <a:pt x="3987" y="1348"/>
                    <a:pt x="3978" y="1356"/>
                    <a:pt x="3973" y="1356"/>
                  </a:cubicBezTo>
                  <a:cubicBezTo>
                    <a:pt x="3973" y="1356"/>
                    <a:pt x="3973" y="1356"/>
                    <a:pt x="3973" y="1356"/>
                  </a:cubicBezTo>
                  <a:cubicBezTo>
                    <a:pt x="3960" y="1354"/>
                    <a:pt x="3947" y="1354"/>
                    <a:pt x="3934" y="1354"/>
                  </a:cubicBezTo>
                  <a:cubicBezTo>
                    <a:pt x="3910" y="1354"/>
                    <a:pt x="3885" y="1355"/>
                    <a:pt x="3861" y="1355"/>
                  </a:cubicBezTo>
                  <a:cubicBezTo>
                    <a:pt x="3815" y="1355"/>
                    <a:pt x="3770" y="1350"/>
                    <a:pt x="3728" y="1318"/>
                  </a:cubicBezTo>
                  <a:cubicBezTo>
                    <a:pt x="3720" y="1312"/>
                    <a:pt x="3711" y="1310"/>
                    <a:pt x="3702" y="1310"/>
                  </a:cubicBezTo>
                  <a:cubicBezTo>
                    <a:pt x="3675" y="1310"/>
                    <a:pt x="3647" y="1331"/>
                    <a:pt x="3644" y="1359"/>
                  </a:cubicBezTo>
                  <a:cubicBezTo>
                    <a:pt x="3643" y="1368"/>
                    <a:pt x="3639" y="1380"/>
                    <a:pt x="3632" y="1380"/>
                  </a:cubicBezTo>
                  <a:cubicBezTo>
                    <a:pt x="3630" y="1380"/>
                    <a:pt x="3629" y="1380"/>
                    <a:pt x="3627" y="1378"/>
                  </a:cubicBezTo>
                  <a:cubicBezTo>
                    <a:pt x="3603" y="1359"/>
                    <a:pt x="3569" y="1364"/>
                    <a:pt x="3547" y="1338"/>
                  </a:cubicBezTo>
                  <a:cubicBezTo>
                    <a:pt x="3526" y="1315"/>
                    <a:pt x="3490" y="1314"/>
                    <a:pt x="3459" y="1307"/>
                  </a:cubicBezTo>
                  <a:cubicBezTo>
                    <a:pt x="3440" y="1303"/>
                    <a:pt x="3412" y="1305"/>
                    <a:pt x="3431" y="1268"/>
                  </a:cubicBezTo>
                  <a:cubicBezTo>
                    <a:pt x="3442" y="1248"/>
                    <a:pt x="3443" y="1218"/>
                    <a:pt x="3430" y="1200"/>
                  </a:cubicBezTo>
                  <a:cubicBezTo>
                    <a:pt x="3423" y="1190"/>
                    <a:pt x="3413" y="1186"/>
                    <a:pt x="3402" y="1186"/>
                  </a:cubicBezTo>
                  <a:cubicBezTo>
                    <a:pt x="3392" y="1186"/>
                    <a:pt x="3382" y="1189"/>
                    <a:pt x="3371" y="1191"/>
                  </a:cubicBezTo>
                  <a:cubicBezTo>
                    <a:pt x="3354" y="1196"/>
                    <a:pt x="3337" y="1196"/>
                    <a:pt x="3319" y="1196"/>
                  </a:cubicBezTo>
                  <a:cubicBezTo>
                    <a:pt x="3305" y="1196"/>
                    <a:pt x="3291" y="1196"/>
                    <a:pt x="3277" y="1196"/>
                  </a:cubicBezTo>
                  <a:cubicBezTo>
                    <a:pt x="3258" y="1196"/>
                    <a:pt x="3240" y="1197"/>
                    <a:pt x="3222" y="1202"/>
                  </a:cubicBezTo>
                  <a:cubicBezTo>
                    <a:pt x="3197" y="1208"/>
                    <a:pt x="3173" y="1215"/>
                    <a:pt x="3154" y="1228"/>
                  </a:cubicBezTo>
                  <a:cubicBezTo>
                    <a:pt x="3142" y="1236"/>
                    <a:pt x="3130" y="1238"/>
                    <a:pt x="3118" y="1238"/>
                  </a:cubicBezTo>
                  <a:cubicBezTo>
                    <a:pt x="3103" y="1238"/>
                    <a:pt x="3087" y="1235"/>
                    <a:pt x="3072" y="1235"/>
                  </a:cubicBezTo>
                  <a:cubicBezTo>
                    <a:pt x="3071" y="1235"/>
                    <a:pt x="3070" y="1235"/>
                    <a:pt x="3070" y="1235"/>
                  </a:cubicBezTo>
                  <a:cubicBezTo>
                    <a:pt x="3067" y="1234"/>
                    <a:pt x="3064" y="1233"/>
                    <a:pt x="3062" y="1230"/>
                  </a:cubicBezTo>
                  <a:cubicBezTo>
                    <a:pt x="3065" y="1223"/>
                    <a:pt x="3072" y="1221"/>
                    <a:pt x="3078" y="1221"/>
                  </a:cubicBezTo>
                  <a:cubicBezTo>
                    <a:pt x="3079" y="1221"/>
                    <a:pt x="3081" y="1221"/>
                    <a:pt x="3082" y="1222"/>
                  </a:cubicBezTo>
                  <a:cubicBezTo>
                    <a:pt x="3085" y="1222"/>
                    <a:pt x="3088" y="1222"/>
                    <a:pt x="3091" y="1222"/>
                  </a:cubicBezTo>
                  <a:cubicBezTo>
                    <a:pt x="3133" y="1222"/>
                    <a:pt x="3164" y="1197"/>
                    <a:pt x="3175" y="1162"/>
                  </a:cubicBezTo>
                  <a:cubicBezTo>
                    <a:pt x="3189" y="1116"/>
                    <a:pt x="3236" y="1100"/>
                    <a:pt x="3253" y="1070"/>
                  </a:cubicBezTo>
                  <a:cubicBezTo>
                    <a:pt x="3270" y="1038"/>
                    <a:pt x="3285" y="1030"/>
                    <a:pt x="3305" y="1030"/>
                  </a:cubicBezTo>
                  <a:cubicBezTo>
                    <a:pt x="3314" y="1030"/>
                    <a:pt x="3323" y="1032"/>
                    <a:pt x="3333" y="1033"/>
                  </a:cubicBezTo>
                  <a:cubicBezTo>
                    <a:pt x="3333" y="1033"/>
                    <a:pt x="3334" y="1033"/>
                    <a:pt x="3334" y="1033"/>
                  </a:cubicBezTo>
                  <a:cubicBezTo>
                    <a:pt x="3343" y="1033"/>
                    <a:pt x="3354" y="1024"/>
                    <a:pt x="3363" y="1017"/>
                  </a:cubicBezTo>
                  <a:cubicBezTo>
                    <a:pt x="3373" y="1010"/>
                    <a:pt x="3381" y="1006"/>
                    <a:pt x="3388" y="1006"/>
                  </a:cubicBezTo>
                  <a:cubicBezTo>
                    <a:pt x="3398" y="1006"/>
                    <a:pt x="3405" y="1015"/>
                    <a:pt x="3413" y="1035"/>
                  </a:cubicBezTo>
                  <a:cubicBezTo>
                    <a:pt x="3425" y="1066"/>
                    <a:pt x="3461" y="1082"/>
                    <a:pt x="3491" y="1096"/>
                  </a:cubicBezTo>
                  <a:cubicBezTo>
                    <a:pt x="3511" y="1106"/>
                    <a:pt x="3536" y="1114"/>
                    <a:pt x="3535" y="1136"/>
                  </a:cubicBezTo>
                  <a:cubicBezTo>
                    <a:pt x="3533" y="1162"/>
                    <a:pt x="3505" y="1156"/>
                    <a:pt x="3485" y="1158"/>
                  </a:cubicBezTo>
                  <a:cubicBezTo>
                    <a:pt x="3475" y="1159"/>
                    <a:pt x="3462" y="1158"/>
                    <a:pt x="3459" y="1171"/>
                  </a:cubicBezTo>
                  <a:cubicBezTo>
                    <a:pt x="3456" y="1185"/>
                    <a:pt x="3468" y="1189"/>
                    <a:pt x="3477" y="1194"/>
                  </a:cubicBezTo>
                  <a:cubicBezTo>
                    <a:pt x="3490" y="1202"/>
                    <a:pt x="3505" y="1217"/>
                    <a:pt x="3518" y="1217"/>
                  </a:cubicBezTo>
                  <a:cubicBezTo>
                    <a:pt x="3522" y="1217"/>
                    <a:pt x="3526" y="1215"/>
                    <a:pt x="3530" y="1212"/>
                  </a:cubicBezTo>
                  <a:cubicBezTo>
                    <a:pt x="3552" y="1192"/>
                    <a:pt x="3566" y="1163"/>
                    <a:pt x="3581" y="1136"/>
                  </a:cubicBezTo>
                  <a:cubicBezTo>
                    <a:pt x="3583" y="1133"/>
                    <a:pt x="3576" y="1126"/>
                    <a:pt x="3583" y="1126"/>
                  </a:cubicBezTo>
                  <a:cubicBezTo>
                    <a:pt x="3585" y="1126"/>
                    <a:pt x="3586" y="1126"/>
                    <a:pt x="3589" y="1126"/>
                  </a:cubicBezTo>
                  <a:cubicBezTo>
                    <a:pt x="3591" y="1127"/>
                    <a:pt x="3593" y="1127"/>
                    <a:pt x="3594" y="1127"/>
                  </a:cubicBezTo>
                  <a:cubicBezTo>
                    <a:pt x="3608" y="1127"/>
                    <a:pt x="3608" y="1113"/>
                    <a:pt x="3602" y="1105"/>
                  </a:cubicBezTo>
                  <a:cubicBezTo>
                    <a:pt x="3589" y="1087"/>
                    <a:pt x="3582" y="1058"/>
                    <a:pt x="3557" y="1054"/>
                  </a:cubicBezTo>
                  <a:cubicBezTo>
                    <a:pt x="3524" y="1047"/>
                    <a:pt x="3508" y="1022"/>
                    <a:pt x="3486" y="1002"/>
                  </a:cubicBezTo>
                  <a:cubicBezTo>
                    <a:pt x="3479" y="996"/>
                    <a:pt x="3474" y="989"/>
                    <a:pt x="3480" y="982"/>
                  </a:cubicBezTo>
                  <a:cubicBezTo>
                    <a:pt x="3481" y="979"/>
                    <a:pt x="3483" y="978"/>
                    <a:pt x="3485" y="978"/>
                  </a:cubicBezTo>
                  <a:moveTo>
                    <a:pt x="4371" y="1411"/>
                  </a:moveTo>
                  <a:cubicBezTo>
                    <a:pt x="4379" y="1411"/>
                    <a:pt x="4385" y="1417"/>
                    <a:pt x="4390" y="1425"/>
                  </a:cubicBezTo>
                  <a:cubicBezTo>
                    <a:pt x="4416" y="1468"/>
                    <a:pt x="4445" y="1506"/>
                    <a:pt x="4494" y="1506"/>
                  </a:cubicBezTo>
                  <a:cubicBezTo>
                    <a:pt x="4506" y="1506"/>
                    <a:pt x="4519" y="1504"/>
                    <a:pt x="4533" y="1499"/>
                  </a:cubicBezTo>
                  <a:cubicBezTo>
                    <a:pt x="4533" y="1499"/>
                    <a:pt x="4534" y="1498"/>
                    <a:pt x="4535" y="1498"/>
                  </a:cubicBezTo>
                  <a:cubicBezTo>
                    <a:pt x="4539" y="1498"/>
                    <a:pt x="4544" y="1502"/>
                    <a:pt x="4549" y="1504"/>
                  </a:cubicBezTo>
                  <a:cubicBezTo>
                    <a:pt x="4544" y="1506"/>
                    <a:pt x="4540" y="1509"/>
                    <a:pt x="4536" y="1512"/>
                  </a:cubicBezTo>
                  <a:lnTo>
                    <a:pt x="4536" y="1513"/>
                  </a:lnTo>
                  <a:cubicBezTo>
                    <a:pt x="4518" y="1537"/>
                    <a:pt x="4502" y="1563"/>
                    <a:pt x="4467" y="1563"/>
                  </a:cubicBezTo>
                  <a:cubicBezTo>
                    <a:pt x="4465" y="1563"/>
                    <a:pt x="4463" y="1563"/>
                    <a:pt x="4461" y="1563"/>
                  </a:cubicBezTo>
                  <a:cubicBezTo>
                    <a:pt x="4456" y="1561"/>
                    <a:pt x="4447" y="1560"/>
                    <a:pt x="4447" y="1557"/>
                  </a:cubicBezTo>
                  <a:cubicBezTo>
                    <a:pt x="4442" y="1501"/>
                    <a:pt x="4382" y="1485"/>
                    <a:pt x="4364" y="1438"/>
                  </a:cubicBezTo>
                  <a:cubicBezTo>
                    <a:pt x="4360" y="1430"/>
                    <a:pt x="4349" y="1418"/>
                    <a:pt x="4365" y="1412"/>
                  </a:cubicBezTo>
                  <a:cubicBezTo>
                    <a:pt x="4367" y="1411"/>
                    <a:pt x="4369" y="1411"/>
                    <a:pt x="4371" y="1411"/>
                  </a:cubicBezTo>
                  <a:moveTo>
                    <a:pt x="3984" y="1463"/>
                  </a:moveTo>
                  <a:lnTo>
                    <a:pt x="3984" y="1463"/>
                  </a:lnTo>
                  <a:cubicBezTo>
                    <a:pt x="3997" y="1467"/>
                    <a:pt x="4019" y="1469"/>
                    <a:pt x="4022" y="1477"/>
                  </a:cubicBezTo>
                  <a:cubicBezTo>
                    <a:pt x="4049" y="1542"/>
                    <a:pt x="4116" y="1583"/>
                    <a:pt x="4126" y="1657"/>
                  </a:cubicBezTo>
                  <a:cubicBezTo>
                    <a:pt x="4130" y="1683"/>
                    <a:pt x="4157" y="1692"/>
                    <a:pt x="4170" y="1712"/>
                  </a:cubicBezTo>
                  <a:cubicBezTo>
                    <a:pt x="4206" y="1764"/>
                    <a:pt x="4227" y="1822"/>
                    <a:pt x="4243" y="1882"/>
                  </a:cubicBezTo>
                  <a:cubicBezTo>
                    <a:pt x="4187" y="1840"/>
                    <a:pt x="4139" y="1790"/>
                    <a:pt x="4106" y="1726"/>
                  </a:cubicBezTo>
                  <a:cubicBezTo>
                    <a:pt x="4103" y="1719"/>
                    <a:pt x="4098" y="1713"/>
                    <a:pt x="4098" y="1706"/>
                  </a:cubicBezTo>
                  <a:cubicBezTo>
                    <a:pt x="4098" y="1620"/>
                    <a:pt x="4026" y="1565"/>
                    <a:pt x="4002" y="1488"/>
                  </a:cubicBezTo>
                  <a:cubicBezTo>
                    <a:pt x="3999" y="1479"/>
                    <a:pt x="3990" y="1472"/>
                    <a:pt x="3984" y="1463"/>
                  </a:cubicBezTo>
                  <a:moveTo>
                    <a:pt x="4930" y="135"/>
                  </a:moveTo>
                  <a:cubicBezTo>
                    <a:pt x="4905" y="135"/>
                    <a:pt x="4873" y="160"/>
                    <a:pt x="4841" y="163"/>
                  </a:cubicBezTo>
                  <a:cubicBezTo>
                    <a:pt x="4824" y="164"/>
                    <a:pt x="4807" y="173"/>
                    <a:pt x="4790" y="173"/>
                  </a:cubicBezTo>
                  <a:cubicBezTo>
                    <a:pt x="4789" y="173"/>
                    <a:pt x="4788" y="173"/>
                    <a:pt x="4787" y="173"/>
                  </a:cubicBezTo>
                  <a:cubicBezTo>
                    <a:pt x="4786" y="173"/>
                    <a:pt x="4785" y="173"/>
                    <a:pt x="4784" y="173"/>
                  </a:cubicBezTo>
                  <a:cubicBezTo>
                    <a:pt x="4738" y="173"/>
                    <a:pt x="4709" y="220"/>
                    <a:pt x="4664" y="220"/>
                  </a:cubicBezTo>
                  <a:cubicBezTo>
                    <a:pt x="4661" y="220"/>
                    <a:pt x="4659" y="220"/>
                    <a:pt x="4656" y="219"/>
                  </a:cubicBezTo>
                  <a:cubicBezTo>
                    <a:pt x="4653" y="219"/>
                    <a:pt x="4651" y="219"/>
                    <a:pt x="4649" y="219"/>
                  </a:cubicBezTo>
                  <a:cubicBezTo>
                    <a:pt x="4639" y="219"/>
                    <a:pt x="4631" y="223"/>
                    <a:pt x="4626" y="237"/>
                  </a:cubicBezTo>
                  <a:cubicBezTo>
                    <a:pt x="4624" y="247"/>
                    <a:pt x="4606" y="260"/>
                    <a:pt x="4596" y="260"/>
                  </a:cubicBezTo>
                  <a:cubicBezTo>
                    <a:pt x="4595" y="260"/>
                    <a:pt x="4594" y="260"/>
                    <a:pt x="4594" y="260"/>
                  </a:cubicBezTo>
                  <a:cubicBezTo>
                    <a:pt x="4575" y="253"/>
                    <a:pt x="4561" y="250"/>
                    <a:pt x="4552" y="250"/>
                  </a:cubicBezTo>
                  <a:cubicBezTo>
                    <a:pt x="4531" y="250"/>
                    <a:pt x="4537" y="267"/>
                    <a:pt x="4565" y="302"/>
                  </a:cubicBezTo>
                  <a:cubicBezTo>
                    <a:pt x="4567" y="303"/>
                    <a:pt x="4564" y="308"/>
                    <a:pt x="4564" y="311"/>
                  </a:cubicBezTo>
                  <a:cubicBezTo>
                    <a:pt x="4562" y="310"/>
                    <a:pt x="4559" y="310"/>
                    <a:pt x="4558" y="308"/>
                  </a:cubicBezTo>
                  <a:cubicBezTo>
                    <a:pt x="4549" y="295"/>
                    <a:pt x="4535" y="284"/>
                    <a:pt x="4532" y="269"/>
                  </a:cubicBezTo>
                  <a:cubicBezTo>
                    <a:pt x="4528" y="249"/>
                    <a:pt x="4526" y="231"/>
                    <a:pt x="4502" y="227"/>
                  </a:cubicBezTo>
                  <a:cubicBezTo>
                    <a:pt x="4497" y="226"/>
                    <a:pt x="4493" y="225"/>
                    <a:pt x="4490" y="225"/>
                  </a:cubicBezTo>
                  <a:cubicBezTo>
                    <a:pt x="4460" y="225"/>
                    <a:pt x="4448" y="251"/>
                    <a:pt x="4434" y="274"/>
                  </a:cubicBezTo>
                  <a:cubicBezTo>
                    <a:pt x="4422" y="291"/>
                    <a:pt x="4435" y="299"/>
                    <a:pt x="4444" y="309"/>
                  </a:cubicBezTo>
                  <a:cubicBezTo>
                    <a:pt x="4446" y="311"/>
                    <a:pt x="4447" y="313"/>
                    <a:pt x="4449" y="315"/>
                  </a:cubicBezTo>
                  <a:cubicBezTo>
                    <a:pt x="4446" y="316"/>
                    <a:pt x="4444" y="316"/>
                    <a:pt x="4442" y="316"/>
                  </a:cubicBezTo>
                  <a:cubicBezTo>
                    <a:pt x="4441" y="316"/>
                    <a:pt x="4440" y="316"/>
                    <a:pt x="4439" y="316"/>
                  </a:cubicBezTo>
                  <a:cubicBezTo>
                    <a:pt x="4410" y="312"/>
                    <a:pt x="4381" y="303"/>
                    <a:pt x="4351" y="303"/>
                  </a:cubicBezTo>
                  <a:cubicBezTo>
                    <a:pt x="4350" y="303"/>
                    <a:pt x="4349" y="303"/>
                    <a:pt x="4349" y="303"/>
                  </a:cubicBezTo>
                  <a:cubicBezTo>
                    <a:pt x="4340" y="303"/>
                    <a:pt x="4323" y="291"/>
                    <a:pt x="4311" y="291"/>
                  </a:cubicBezTo>
                  <a:cubicBezTo>
                    <a:pt x="4302" y="291"/>
                    <a:pt x="4295" y="298"/>
                    <a:pt x="4298" y="325"/>
                  </a:cubicBezTo>
                  <a:cubicBezTo>
                    <a:pt x="4298" y="326"/>
                    <a:pt x="4288" y="329"/>
                    <a:pt x="4282" y="331"/>
                  </a:cubicBezTo>
                  <a:cubicBezTo>
                    <a:pt x="4271" y="335"/>
                    <a:pt x="4261" y="336"/>
                    <a:pt x="4250" y="336"/>
                  </a:cubicBezTo>
                  <a:cubicBezTo>
                    <a:pt x="4232" y="336"/>
                    <a:pt x="4214" y="333"/>
                    <a:pt x="4196" y="333"/>
                  </a:cubicBezTo>
                  <a:cubicBezTo>
                    <a:pt x="4181" y="333"/>
                    <a:pt x="4167" y="335"/>
                    <a:pt x="4153" y="343"/>
                  </a:cubicBezTo>
                  <a:cubicBezTo>
                    <a:pt x="4142" y="352"/>
                    <a:pt x="4131" y="360"/>
                    <a:pt x="4119" y="368"/>
                  </a:cubicBezTo>
                  <a:cubicBezTo>
                    <a:pt x="4115" y="371"/>
                    <a:pt x="4108" y="375"/>
                    <a:pt x="4104" y="375"/>
                  </a:cubicBezTo>
                  <a:cubicBezTo>
                    <a:pt x="4100" y="375"/>
                    <a:pt x="4098" y="373"/>
                    <a:pt x="4097" y="369"/>
                  </a:cubicBezTo>
                  <a:cubicBezTo>
                    <a:pt x="4093" y="343"/>
                    <a:pt x="4078" y="336"/>
                    <a:pt x="4061" y="336"/>
                  </a:cubicBezTo>
                  <a:cubicBezTo>
                    <a:pt x="4055" y="336"/>
                    <a:pt x="4049" y="337"/>
                    <a:pt x="4044" y="338"/>
                  </a:cubicBezTo>
                  <a:cubicBezTo>
                    <a:pt x="4020" y="343"/>
                    <a:pt x="4033" y="367"/>
                    <a:pt x="4030" y="383"/>
                  </a:cubicBezTo>
                  <a:cubicBezTo>
                    <a:pt x="4026" y="402"/>
                    <a:pt x="4006" y="389"/>
                    <a:pt x="3997" y="400"/>
                  </a:cubicBezTo>
                  <a:cubicBezTo>
                    <a:pt x="3996" y="402"/>
                    <a:pt x="3995" y="402"/>
                    <a:pt x="3994" y="402"/>
                  </a:cubicBezTo>
                  <a:cubicBezTo>
                    <a:pt x="3992" y="402"/>
                    <a:pt x="3992" y="398"/>
                    <a:pt x="3993" y="395"/>
                  </a:cubicBezTo>
                  <a:cubicBezTo>
                    <a:pt x="3998" y="361"/>
                    <a:pt x="3977" y="350"/>
                    <a:pt x="3950" y="340"/>
                  </a:cubicBezTo>
                  <a:cubicBezTo>
                    <a:pt x="3894" y="321"/>
                    <a:pt x="3834" y="315"/>
                    <a:pt x="3780" y="287"/>
                  </a:cubicBezTo>
                  <a:cubicBezTo>
                    <a:pt x="3762" y="278"/>
                    <a:pt x="3741" y="274"/>
                    <a:pt x="3720" y="274"/>
                  </a:cubicBezTo>
                  <a:cubicBezTo>
                    <a:pt x="3704" y="274"/>
                    <a:pt x="3687" y="277"/>
                    <a:pt x="3671" y="282"/>
                  </a:cubicBezTo>
                  <a:cubicBezTo>
                    <a:pt x="3620" y="297"/>
                    <a:pt x="3564" y="298"/>
                    <a:pt x="3518" y="327"/>
                  </a:cubicBezTo>
                  <a:cubicBezTo>
                    <a:pt x="3499" y="338"/>
                    <a:pt x="3447" y="319"/>
                    <a:pt x="3473" y="373"/>
                  </a:cubicBezTo>
                  <a:cubicBezTo>
                    <a:pt x="3474" y="376"/>
                    <a:pt x="3467" y="383"/>
                    <a:pt x="3464" y="389"/>
                  </a:cubicBezTo>
                  <a:cubicBezTo>
                    <a:pt x="3433" y="447"/>
                    <a:pt x="3372" y="468"/>
                    <a:pt x="3322" y="501"/>
                  </a:cubicBezTo>
                  <a:cubicBezTo>
                    <a:pt x="3279" y="529"/>
                    <a:pt x="3303" y="566"/>
                    <a:pt x="3317" y="594"/>
                  </a:cubicBezTo>
                  <a:cubicBezTo>
                    <a:pt x="3324" y="611"/>
                    <a:pt x="3341" y="620"/>
                    <a:pt x="3357" y="620"/>
                  </a:cubicBezTo>
                  <a:cubicBezTo>
                    <a:pt x="3367" y="620"/>
                    <a:pt x="3376" y="616"/>
                    <a:pt x="3385" y="610"/>
                  </a:cubicBezTo>
                  <a:cubicBezTo>
                    <a:pt x="3398" y="600"/>
                    <a:pt x="3407" y="596"/>
                    <a:pt x="3415" y="596"/>
                  </a:cubicBezTo>
                  <a:cubicBezTo>
                    <a:pt x="3430" y="596"/>
                    <a:pt x="3436" y="615"/>
                    <a:pt x="3441" y="637"/>
                  </a:cubicBezTo>
                  <a:cubicBezTo>
                    <a:pt x="3442" y="644"/>
                    <a:pt x="3442" y="651"/>
                    <a:pt x="3442" y="658"/>
                  </a:cubicBezTo>
                  <a:cubicBezTo>
                    <a:pt x="3436" y="652"/>
                    <a:pt x="3428" y="649"/>
                    <a:pt x="3426" y="642"/>
                  </a:cubicBezTo>
                  <a:cubicBezTo>
                    <a:pt x="3420" y="625"/>
                    <a:pt x="3413" y="619"/>
                    <a:pt x="3405" y="619"/>
                  </a:cubicBezTo>
                  <a:cubicBezTo>
                    <a:pt x="3397" y="619"/>
                    <a:pt x="3388" y="625"/>
                    <a:pt x="3378" y="633"/>
                  </a:cubicBezTo>
                  <a:cubicBezTo>
                    <a:pt x="3358" y="648"/>
                    <a:pt x="3365" y="671"/>
                    <a:pt x="3370" y="686"/>
                  </a:cubicBezTo>
                  <a:cubicBezTo>
                    <a:pt x="3378" y="716"/>
                    <a:pt x="3362" y="725"/>
                    <a:pt x="3340" y="730"/>
                  </a:cubicBezTo>
                  <a:cubicBezTo>
                    <a:pt x="3314" y="736"/>
                    <a:pt x="3293" y="746"/>
                    <a:pt x="3280" y="772"/>
                  </a:cubicBezTo>
                  <a:cubicBezTo>
                    <a:pt x="3273" y="785"/>
                    <a:pt x="3258" y="791"/>
                    <a:pt x="3244" y="791"/>
                  </a:cubicBezTo>
                  <a:cubicBezTo>
                    <a:pt x="3241" y="791"/>
                    <a:pt x="3237" y="791"/>
                    <a:pt x="3233" y="789"/>
                  </a:cubicBezTo>
                  <a:cubicBezTo>
                    <a:pt x="3218" y="785"/>
                    <a:pt x="3240" y="775"/>
                    <a:pt x="3239" y="765"/>
                  </a:cubicBezTo>
                  <a:cubicBezTo>
                    <a:pt x="3239" y="753"/>
                    <a:pt x="3234" y="743"/>
                    <a:pt x="3226" y="735"/>
                  </a:cubicBezTo>
                  <a:cubicBezTo>
                    <a:pt x="3202" y="709"/>
                    <a:pt x="3174" y="682"/>
                    <a:pt x="3170" y="647"/>
                  </a:cubicBezTo>
                  <a:cubicBezTo>
                    <a:pt x="3167" y="619"/>
                    <a:pt x="3148" y="586"/>
                    <a:pt x="3119" y="586"/>
                  </a:cubicBezTo>
                  <a:cubicBezTo>
                    <a:pt x="3118" y="586"/>
                    <a:pt x="3118" y="586"/>
                    <a:pt x="3117" y="586"/>
                  </a:cubicBezTo>
                  <a:cubicBezTo>
                    <a:pt x="3092" y="588"/>
                    <a:pt x="3066" y="598"/>
                    <a:pt x="3062" y="619"/>
                  </a:cubicBezTo>
                  <a:cubicBezTo>
                    <a:pt x="3056" y="650"/>
                    <a:pt x="3067" y="682"/>
                    <a:pt x="3092" y="701"/>
                  </a:cubicBezTo>
                  <a:cubicBezTo>
                    <a:pt x="3113" y="717"/>
                    <a:pt x="3113" y="718"/>
                    <a:pt x="3104" y="726"/>
                  </a:cubicBezTo>
                  <a:cubicBezTo>
                    <a:pt x="3075" y="753"/>
                    <a:pt x="3087" y="793"/>
                    <a:pt x="3071" y="825"/>
                  </a:cubicBezTo>
                  <a:cubicBezTo>
                    <a:pt x="3067" y="832"/>
                    <a:pt x="3074" y="836"/>
                    <a:pt x="3083" y="836"/>
                  </a:cubicBezTo>
                  <a:cubicBezTo>
                    <a:pt x="3087" y="836"/>
                    <a:pt x="3092" y="835"/>
                    <a:pt x="3096" y="833"/>
                  </a:cubicBezTo>
                  <a:cubicBezTo>
                    <a:pt x="3127" y="821"/>
                    <a:pt x="3159" y="813"/>
                    <a:pt x="3192" y="813"/>
                  </a:cubicBezTo>
                  <a:cubicBezTo>
                    <a:pt x="3195" y="813"/>
                    <a:pt x="3198" y="813"/>
                    <a:pt x="3202" y="813"/>
                  </a:cubicBezTo>
                  <a:lnTo>
                    <a:pt x="3212" y="813"/>
                  </a:lnTo>
                  <a:cubicBezTo>
                    <a:pt x="3211" y="815"/>
                    <a:pt x="3211" y="818"/>
                    <a:pt x="3209" y="819"/>
                  </a:cubicBezTo>
                  <a:cubicBezTo>
                    <a:pt x="3181" y="830"/>
                    <a:pt x="3152" y="844"/>
                    <a:pt x="3123" y="851"/>
                  </a:cubicBezTo>
                  <a:cubicBezTo>
                    <a:pt x="3107" y="855"/>
                    <a:pt x="3087" y="851"/>
                    <a:pt x="3082" y="871"/>
                  </a:cubicBezTo>
                  <a:cubicBezTo>
                    <a:pt x="3076" y="891"/>
                    <a:pt x="3096" y="896"/>
                    <a:pt x="3110" y="903"/>
                  </a:cubicBezTo>
                  <a:cubicBezTo>
                    <a:pt x="3144" y="924"/>
                    <a:pt x="3149" y="953"/>
                    <a:pt x="3136" y="989"/>
                  </a:cubicBezTo>
                  <a:cubicBezTo>
                    <a:pt x="3131" y="1004"/>
                    <a:pt x="3123" y="1008"/>
                    <a:pt x="3114" y="1008"/>
                  </a:cubicBezTo>
                  <a:cubicBezTo>
                    <a:pt x="3105" y="1008"/>
                    <a:pt x="3095" y="1004"/>
                    <a:pt x="3085" y="1003"/>
                  </a:cubicBezTo>
                  <a:cubicBezTo>
                    <a:pt x="3062" y="1002"/>
                    <a:pt x="3038" y="997"/>
                    <a:pt x="3015" y="997"/>
                  </a:cubicBezTo>
                  <a:cubicBezTo>
                    <a:pt x="3014" y="997"/>
                    <a:pt x="3013" y="997"/>
                    <a:pt x="3012" y="997"/>
                  </a:cubicBezTo>
                  <a:cubicBezTo>
                    <a:pt x="2987" y="997"/>
                    <a:pt x="2959" y="1003"/>
                    <a:pt x="2963" y="1036"/>
                  </a:cubicBezTo>
                  <a:cubicBezTo>
                    <a:pt x="2966" y="1069"/>
                    <a:pt x="2959" y="1097"/>
                    <a:pt x="2953" y="1129"/>
                  </a:cubicBezTo>
                  <a:cubicBezTo>
                    <a:pt x="2947" y="1153"/>
                    <a:pt x="2930" y="1197"/>
                    <a:pt x="2977" y="1205"/>
                  </a:cubicBezTo>
                  <a:cubicBezTo>
                    <a:pt x="3021" y="1212"/>
                    <a:pt x="3030" y="1223"/>
                    <a:pt x="3007" y="1261"/>
                  </a:cubicBezTo>
                  <a:cubicBezTo>
                    <a:pt x="2998" y="1276"/>
                    <a:pt x="2985" y="1290"/>
                    <a:pt x="2971" y="1298"/>
                  </a:cubicBezTo>
                  <a:cubicBezTo>
                    <a:pt x="2941" y="1316"/>
                    <a:pt x="2917" y="1338"/>
                    <a:pt x="2920" y="1378"/>
                  </a:cubicBezTo>
                  <a:cubicBezTo>
                    <a:pt x="2922" y="1394"/>
                    <a:pt x="2916" y="1413"/>
                    <a:pt x="2901" y="1419"/>
                  </a:cubicBezTo>
                  <a:cubicBezTo>
                    <a:pt x="2841" y="1446"/>
                    <a:pt x="2806" y="1496"/>
                    <a:pt x="2778" y="1550"/>
                  </a:cubicBezTo>
                  <a:cubicBezTo>
                    <a:pt x="2756" y="1595"/>
                    <a:pt x="2714" y="1633"/>
                    <a:pt x="2743" y="1695"/>
                  </a:cubicBezTo>
                  <a:cubicBezTo>
                    <a:pt x="2760" y="1728"/>
                    <a:pt x="2750" y="1768"/>
                    <a:pt x="2732" y="1803"/>
                  </a:cubicBezTo>
                  <a:cubicBezTo>
                    <a:pt x="2711" y="1843"/>
                    <a:pt x="2730" y="1911"/>
                    <a:pt x="2764" y="1942"/>
                  </a:cubicBezTo>
                  <a:cubicBezTo>
                    <a:pt x="2772" y="1948"/>
                    <a:pt x="2778" y="1956"/>
                    <a:pt x="2782" y="1964"/>
                  </a:cubicBezTo>
                  <a:cubicBezTo>
                    <a:pt x="2812" y="2026"/>
                    <a:pt x="2849" y="2083"/>
                    <a:pt x="2910" y="2120"/>
                  </a:cubicBezTo>
                  <a:cubicBezTo>
                    <a:pt x="2924" y="2128"/>
                    <a:pt x="2939" y="2145"/>
                    <a:pt x="2954" y="2145"/>
                  </a:cubicBezTo>
                  <a:cubicBezTo>
                    <a:pt x="2957" y="2145"/>
                    <a:pt x="2960" y="2144"/>
                    <a:pt x="2963" y="2142"/>
                  </a:cubicBezTo>
                  <a:cubicBezTo>
                    <a:pt x="3034" y="2107"/>
                    <a:pt x="3118" y="2147"/>
                    <a:pt x="3187" y="2097"/>
                  </a:cubicBezTo>
                  <a:cubicBezTo>
                    <a:pt x="3198" y="2090"/>
                    <a:pt x="3214" y="2084"/>
                    <a:pt x="3229" y="2084"/>
                  </a:cubicBezTo>
                  <a:cubicBezTo>
                    <a:pt x="3248" y="2084"/>
                    <a:pt x="3268" y="2092"/>
                    <a:pt x="3280" y="2113"/>
                  </a:cubicBezTo>
                  <a:cubicBezTo>
                    <a:pt x="3292" y="2134"/>
                    <a:pt x="3304" y="2142"/>
                    <a:pt x="3323" y="2142"/>
                  </a:cubicBezTo>
                  <a:cubicBezTo>
                    <a:pt x="3327" y="2142"/>
                    <a:pt x="3332" y="2142"/>
                    <a:pt x="3337" y="2141"/>
                  </a:cubicBezTo>
                  <a:cubicBezTo>
                    <a:pt x="3341" y="2140"/>
                    <a:pt x="3345" y="2140"/>
                    <a:pt x="3349" y="2140"/>
                  </a:cubicBezTo>
                  <a:cubicBezTo>
                    <a:pt x="3385" y="2140"/>
                    <a:pt x="3399" y="2167"/>
                    <a:pt x="3391" y="2206"/>
                  </a:cubicBezTo>
                  <a:cubicBezTo>
                    <a:pt x="3384" y="2242"/>
                    <a:pt x="3360" y="2283"/>
                    <a:pt x="3380" y="2315"/>
                  </a:cubicBezTo>
                  <a:cubicBezTo>
                    <a:pt x="3403" y="2352"/>
                    <a:pt x="3430" y="2388"/>
                    <a:pt x="3447" y="2428"/>
                  </a:cubicBezTo>
                  <a:cubicBezTo>
                    <a:pt x="3478" y="2497"/>
                    <a:pt x="3500" y="2571"/>
                    <a:pt x="3462" y="2646"/>
                  </a:cubicBezTo>
                  <a:cubicBezTo>
                    <a:pt x="3437" y="2693"/>
                    <a:pt x="3433" y="2743"/>
                    <a:pt x="3456" y="2791"/>
                  </a:cubicBezTo>
                  <a:cubicBezTo>
                    <a:pt x="3480" y="2840"/>
                    <a:pt x="3498" y="2889"/>
                    <a:pt x="3505" y="2944"/>
                  </a:cubicBezTo>
                  <a:cubicBezTo>
                    <a:pt x="3511" y="2995"/>
                    <a:pt x="3510" y="3048"/>
                    <a:pt x="3552" y="3088"/>
                  </a:cubicBezTo>
                  <a:cubicBezTo>
                    <a:pt x="3576" y="3111"/>
                    <a:pt x="3583" y="3145"/>
                    <a:pt x="3594" y="3176"/>
                  </a:cubicBezTo>
                  <a:cubicBezTo>
                    <a:pt x="3603" y="3203"/>
                    <a:pt x="3582" y="3237"/>
                    <a:pt x="3615" y="3260"/>
                  </a:cubicBezTo>
                  <a:cubicBezTo>
                    <a:pt x="3624" y="3267"/>
                    <a:pt x="3633" y="3270"/>
                    <a:pt x="3641" y="3270"/>
                  </a:cubicBezTo>
                  <a:cubicBezTo>
                    <a:pt x="3663" y="3270"/>
                    <a:pt x="3682" y="3253"/>
                    <a:pt x="3704" y="3253"/>
                  </a:cubicBezTo>
                  <a:cubicBezTo>
                    <a:pt x="3704" y="3253"/>
                    <a:pt x="3705" y="3253"/>
                    <a:pt x="3705" y="3253"/>
                  </a:cubicBezTo>
                  <a:cubicBezTo>
                    <a:pt x="3708" y="3253"/>
                    <a:pt x="3710" y="3253"/>
                    <a:pt x="3713" y="3253"/>
                  </a:cubicBezTo>
                  <a:cubicBezTo>
                    <a:pt x="3844" y="3253"/>
                    <a:pt x="3912" y="3168"/>
                    <a:pt x="3966" y="3061"/>
                  </a:cubicBezTo>
                  <a:cubicBezTo>
                    <a:pt x="3977" y="3039"/>
                    <a:pt x="3965" y="3007"/>
                    <a:pt x="3993" y="2996"/>
                  </a:cubicBezTo>
                  <a:cubicBezTo>
                    <a:pt x="4041" y="2976"/>
                    <a:pt x="4052" y="2937"/>
                    <a:pt x="4040" y="2895"/>
                  </a:cubicBezTo>
                  <a:cubicBezTo>
                    <a:pt x="4021" y="2832"/>
                    <a:pt x="4055" y="2809"/>
                    <a:pt x="4103" y="2788"/>
                  </a:cubicBezTo>
                  <a:cubicBezTo>
                    <a:pt x="4168" y="2759"/>
                    <a:pt x="4210" y="2614"/>
                    <a:pt x="4173" y="2556"/>
                  </a:cubicBezTo>
                  <a:cubicBezTo>
                    <a:pt x="4143" y="2510"/>
                    <a:pt x="4151" y="2459"/>
                    <a:pt x="4160" y="2411"/>
                  </a:cubicBezTo>
                  <a:cubicBezTo>
                    <a:pt x="4171" y="2343"/>
                    <a:pt x="4222" y="2298"/>
                    <a:pt x="4271" y="2256"/>
                  </a:cubicBezTo>
                  <a:cubicBezTo>
                    <a:pt x="4365" y="2174"/>
                    <a:pt x="4427" y="2075"/>
                    <a:pt x="4454" y="1954"/>
                  </a:cubicBezTo>
                  <a:cubicBezTo>
                    <a:pt x="4458" y="1936"/>
                    <a:pt x="4458" y="1916"/>
                    <a:pt x="4435" y="1916"/>
                  </a:cubicBezTo>
                  <a:cubicBezTo>
                    <a:pt x="4434" y="1916"/>
                    <a:pt x="4432" y="1916"/>
                    <a:pt x="4430" y="1916"/>
                  </a:cubicBezTo>
                  <a:cubicBezTo>
                    <a:pt x="4405" y="1919"/>
                    <a:pt x="4379" y="1928"/>
                    <a:pt x="4354" y="1936"/>
                  </a:cubicBezTo>
                  <a:cubicBezTo>
                    <a:pt x="4324" y="1945"/>
                    <a:pt x="4305" y="1951"/>
                    <a:pt x="4291" y="1951"/>
                  </a:cubicBezTo>
                  <a:cubicBezTo>
                    <a:pt x="4268" y="1951"/>
                    <a:pt x="4261" y="1933"/>
                    <a:pt x="4244" y="1883"/>
                  </a:cubicBezTo>
                  <a:lnTo>
                    <a:pt x="4244" y="1883"/>
                  </a:lnTo>
                  <a:cubicBezTo>
                    <a:pt x="4254" y="1893"/>
                    <a:pt x="4261" y="1910"/>
                    <a:pt x="4276" y="1910"/>
                  </a:cubicBezTo>
                  <a:cubicBezTo>
                    <a:pt x="4279" y="1910"/>
                    <a:pt x="4282" y="1909"/>
                    <a:pt x="4285" y="1908"/>
                  </a:cubicBezTo>
                  <a:cubicBezTo>
                    <a:pt x="4323" y="1893"/>
                    <a:pt x="4359" y="1873"/>
                    <a:pt x="4398" y="1860"/>
                  </a:cubicBezTo>
                  <a:cubicBezTo>
                    <a:pt x="4442" y="1845"/>
                    <a:pt x="4469" y="1803"/>
                    <a:pt x="4511" y="1789"/>
                  </a:cubicBezTo>
                  <a:cubicBezTo>
                    <a:pt x="4570" y="1769"/>
                    <a:pt x="4646" y="1690"/>
                    <a:pt x="4649" y="1631"/>
                  </a:cubicBezTo>
                  <a:cubicBezTo>
                    <a:pt x="4649" y="1623"/>
                    <a:pt x="4646" y="1616"/>
                    <a:pt x="4640" y="1611"/>
                  </a:cubicBezTo>
                  <a:cubicBezTo>
                    <a:pt x="4626" y="1592"/>
                    <a:pt x="4609" y="1575"/>
                    <a:pt x="4585" y="1569"/>
                  </a:cubicBezTo>
                  <a:cubicBezTo>
                    <a:pt x="4570" y="1565"/>
                    <a:pt x="4561" y="1550"/>
                    <a:pt x="4565" y="1536"/>
                  </a:cubicBezTo>
                  <a:cubicBezTo>
                    <a:pt x="4566" y="1533"/>
                    <a:pt x="4567" y="1532"/>
                    <a:pt x="4569" y="1532"/>
                  </a:cubicBezTo>
                  <a:cubicBezTo>
                    <a:pt x="4573" y="1532"/>
                    <a:pt x="4581" y="1541"/>
                    <a:pt x="4587" y="1541"/>
                  </a:cubicBezTo>
                  <a:cubicBezTo>
                    <a:pt x="4612" y="1542"/>
                    <a:pt x="4636" y="1548"/>
                    <a:pt x="4660" y="1548"/>
                  </a:cubicBezTo>
                  <a:cubicBezTo>
                    <a:pt x="4661" y="1548"/>
                    <a:pt x="4662" y="1548"/>
                    <a:pt x="4663" y="1548"/>
                  </a:cubicBezTo>
                  <a:cubicBezTo>
                    <a:pt x="4671" y="1548"/>
                    <a:pt x="4679" y="1548"/>
                    <a:pt x="4687" y="1548"/>
                  </a:cubicBezTo>
                  <a:cubicBezTo>
                    <a:pt x="4763" y="1548"/>
                    <a:pt x="4833" y="1557"/>
                    <a:pt x="4874" y="1641"/>
                  </a:cubicBezTo>
                  <a:cubicBezTo>
                    <a:pt x="4883" y="1658"/>
                    <a:pt x="4905" y="1680"/>
                    <a:pt x="4930" y="1680"/>
                  </a:cubicBezTo>
                  <a:cubicBezTo>
                    <a:pt x="4934" y="1680"/>
                    <a:pt x="4937" y="1679"/>
                    <a:pt x="4941" y="1678"/>
                  </a:cubicBezTo>
                  <a:cubicBezTo>
                    <a:pt x="4945" y="1677"/>
                    <a:pt x="4948" y="1677"/>
                    <a:pt x="4951" y="1677"/>
                  </a:cubicBezTo>
                  <a:cubicBezTo>
                    <a:pt x="4960" y="1677"/>
                    <a:pt x="4960" y="1683"/>
                    <a:pt x="4961" y="1693"/>
                  </a:cubicBezTo>
                  <a:cubicBezTo>
                    <a:pt x="4976" y="1812"/>
                    <a:pt x="5031" y="1916"/>
                    <a:pt x="5085" y="2021"/>
                  </a:cubicBezTo>
                  <a:cubicBezTo>
                    <a:pt x="5094" y="2037"/>
                    <a:pt x="5104" y="2048"/>
                    <a:pt x="5114" y="2048"/>
                  </a:cubicBezTo>
                  <a:cubicBezTo>
                    <a:pt x="5123" y="2048"/>
                    <a:pt x="5133" y="2040"/>
                    <a:pt x="5142" y="2020"/>
                  </a:cubicBezTo>
                  <a:cubicBezTo>
                    <a:pt x="5148" y="2007"/>
                    <a:pt x="5158" y="1996"/>
                    <a:pt x="5167" y="1984"/>
                  </a:cubicBezTo>
                  <a:lnTo>
                    <a:pt x="5171" y="1980"/>
                  </a:lnTo>
                  <a:cubicBezTo>
                    <a:pt x="5188" y="1940"/>
                    <a:pt x="5184" y="1899"/>
                    <a:pt x="5178" y="1856"/>
                  </a:cubicBezTo>
                  <a:cubicBezTo>
                    <a:pt x="5176" y="1844"/>
                    <a:pt x="5172" y="1829"/>
                    <a:pt x="5187" y="1825"/>
                  </a:cubicBezTo>
                  <a:cubicBezTo>
                    <a:pt x="5227" y="1816"/>
                    <a:pt x="5240" y="1780"/>
                    <a:pt x="5262" y="1752"/>
                  </a:cubicBezTo>
                  <a:cubicBezTo>
                    <a:pt x="5286" y="1723"/>
                    <a:pt x="5312" y="1688"/>
                    <a:pt x="5340" y="1670"/>
                  </a:cubicBezTo>
                  <a:cubicBezTo>
                    <a:pt x="5355" y="1660"/>
                    <a:pt x="5378" y="1646"/>
                    <a:pt x="5402" y="1646"/>
                  </a:cubicBezTo>
                  <a:cubicBezTo>
                    <a:pt x="5420" y="1646"/>
                    <a:pt x="5440" y="1654"/>
                    <a:pt x="5456" y="1681"/>
                  </a:cubicBezTo>
                  <a:cubicBezTo>
                    <a:pt x="5475" y="1713"/>
                    <a:pt x="5509" y="1737"/>
                    <a:pt x="5511" y="1780"/>
                  </a:cubicBezTo>
                  <a:cubicBezTo>
                    <a:pt x="5511" y="1792"/>
                    <a:pt x="5505" y="1809"/>
                    <a:pt x="5524" y="1816"/>
                  </a:cubicBezTo>
                  <a:cubicBezTo>
                    <a:pt x="5531" y="1818"/>
                    <a:pt x="5538" y="1820"/>
                    <a:pt x="5545" y="1820"/>
                  </a:cubicBezTo>
                  <a:cubicBezTo>
                    <a:pt x="5555" y="1820"/>
                    <a:pt x="5564" y="1816"/>
                    <a:pt x="5572" y="1806"/>
                  </a:cubicBezTo>
                  <a:cubicBezTo>
                    <a:pt x="5574" y="1803"/>
                    <a:pt x="5578" y="1799"/>
                    <a:pt x="5582" y="1799"/>
                  </a:cubicBezTo>
                  <a:cubicBezTo>
                    <a:pt x="5585" y="1799"/>
                    <a:pt x="5588" y="1801"/>
                    <a:pt x="5590" y="1806"/>
                  </a:cubicBezTo>
                  <a:cubicBezTo>
                    <a:pt x="5600" y="1835"/>
                    <a:pt x="5606" y="1865"/>
                    <a:pt x="5618" y="1893"/>
                  </a:cubicBezTo>
                  <a:cubicBezTo>
                    <a:pt x="5643" y="1950"/>
                    <a:pt x="5610" y="2017"/>
                    <a:pt x="5658" y="2072"/>
                  </a:cubicBezTo>
                  <a:cubicBezTo>
                    <a:pt x="5693" y="2112"/>
                    <a:pt x="5696" y="2174"/>
                    <a:pt x="5735" y="2215"/>
                  </a:cubicBezTo>
                  <a:cubicBezTo>
                    <a:pt x="5747" y="2222"/>
                    <a:pt x="5760" y="2228"/>
                    <a:pt x="5772" y="2234"/>
                  </a:cubicBezTo>
                  <a:cubicBezTo>
                    <a:pt x="5776" y="2236"/>
                    <a:pt x="5780" y="2237"/>
                    <a:pt x="5784" y="2237"/>
                  </a:cubicBezTo>
                  <a:cubicBezTo>
                    <a:pt x="5792" y="2237"/>
                    <a:pt x="5799" y="2232"/>
                    <a:pt x="5796" y="2222"/>
                  </a:cubicBezTo>
                  <a:cubicBezTo>
                    <a:pt x="5783" y="2174"/>
                    <a:pt x="5787" y="2121"/>
                    <a:pt x="5736" y="2085"/>
                  </a:cubicBezTo>
                  <a:cubicBezTo>
                    <a:pt x="5697" y="2056"/>
                    <a:pt x="5668" y="2013"/>
                    <a:pt x="5673" y="1959"/>
                  </a:cubicBezTo>
                  <a:cubicBezTo>
                    <a:pt x="5675" y="1945"/>
                    <a:pt x="5659" y="1910"/>
                    <a:pt x="5679" y="1910"/>
                  </a:cubicBezTo>
                  <a:cubicBezTo>
                    <a:pt x="5686" y="1910"/>
                    <a:pt x="5696" y="1914"/>
                    <a:pt x="5713" y="1924"/>
                  </a:cubicBezTo>
                  <a:cubicBezTo>
                    <a:pt x="5742" y="1942"/>
                    <a:pt x="5772" y="1966"/>
                    <a:pt x="5781" y="1990"/>
                  </a:cubicBezTo>
                  <a:cubicBezTo>
                    <a:pt x="5790" y="2014"/>
                    <a:pt x="5799" y="2022"/>
                    <a:pt x="5807" y="2022"/>
                  </a:cubicBezTo>
                  <a:cubicBezTo>
                    <a:pt x="5819" y="2022"/>
                    <a:pt x="5831" y="2006"/>
                    <a:pt x="5845" y="1997"/>
                  </a:cubicBezTo>
                  <a:cubicBezTo>
                    <a:pt x="5852" y="1992"/>
                    <a:pt x="5856" y="1984"/>
                    <a:pt x="5864" y="1980"/>
                  </a:cubicBezTo>
                  <a:cubicBezTo>
                    <a:pt x="5907" y="1957"/>
                    <a:pt x="5919" y="1923"/>
                    <a:pt x="5907" y="1875"/>
                  </a:cubicBezTo>
                  <a:cubicBezTo>
                    <a:pt x="5896" y="1827"/>
                    <a:pt x="5871" y="1791"/>
                    <a:pt x="5835" y="1761"/>
                  </a:cubicBezTo>
                  <a:cubicBezTo>
                    <a:pt x="5803" y="1733"/>
                    <a:pt x="5795" y="1709"/>
                    <a:pt x="5827" y="1674"/>
                  </a:cubicBezTo>
                  <a:cubicBezTo>
                    <a:pt x="5837" y="1662"/>
                    <a:pt x="5847" y="1657"/>
                    <a:pt x="5856" y="1657"/>
                  </a:cubicBezTo>
                  <a:cubicBezTo>
                    <a:pt x="5862" y="1657"/>
                    <a:pt x="5868" y="1659"/>
                    <a:pt x="5873" y="1663"/>
                  </a:cubicBezTo>
                  <a:cubicBezTo>
                    <a:pt x="5889" y="1676"/>
                    <a:pt x="5884" y="1691"/>
                    <a:pt x="5866" y="1703"/>
                  </a:cubicBezTo>
                  <a:cubicBezTo>
                    <a:pt x="5854" y="1712"/>
                    <a:pt x="5849" y="1728"/>
                    <a:pt x="5865" y="1739"/>
                  </a:cubicBezTo>
                  <a:cubicBezTo>
                    <a:pt x="5875" y="1746"/>
                    <a:pt x="5885" y="1752"/>
                    <a:pt x="5895" y="1752"/>
                  </a:cubicBezTo>
                  <a:cubicBezTo>
                    <a:pt x="5905" y="1752"/>
                    <a:pt x="5914" y="1748"/>
                    <a:pt x="5922" y="1736"/>
                  </a:cubicBezTo>
                  <a:cubicBezTo>
                    <a:pt x="5931" y="1724"/>
                    <a:pt x="5945" y="1708"/>
                    <a:pt x="5926" y="1696"/>
                  </a:cubicBezTo>
                  <a:cubicBezTo>
                    <a:pt x="5899" y="1680"/>
                    <a:pt x="5915" y="1673"/>
                    <a:pt x="5929" y="1665"/>
                  </a:cubicBezTo>
                  <a:cubicBezTo>
                    <a:pt x="5991" y="1627"/>
                    <a:pt x="6076" y="1624"/>
                    <a:pt x="6108" y="1541"/>
                  </a:cubicBezTo>
                  <a:cubicBezTo>
                    <a:pt x="6123" y="1499"/>
                    <a:pt x="6143" y="1460"/>
                    <a:pt x="6137" y="1413"/>
                  </a:cubicBezTo>
                  <a:cubicBezTo>
                    <a:pt x="6129" y="1352"/>
                    <a:pt x="6089" y="1310"/>
                    <a:pt x="6052" y="1267"/>
                  </a:cubicBezTo>
                  <a:cubicBezTo>
                    <a:pt x="6034" y="1245"/>
                    <a:pt x="6036" y="1234"/>
                    <a:pt x="6059" y="1223"/>
                  </a:cubicBezTo>
                  <a:cubicBezTo>
                    <a:pt x="6068" y="1219"/>
                    <a:pt x="6075" y="1213"/>
                    <a:pt x="6074" y="1203"/>
                  </a:cubicBezTo>
                  <a:cubicBezTo>
                    <a:pt x="6074" y="1193"/>
                    <a:pt x="6066" y="1184"/>
                    <a:pt x="6057" y="1182"/>
                  </a:cubicBezTo>
                  <a:cubicBezTo>
                    <a:pt x="6046" y="1180"/>
                    <a:pt x="6033" y="1176"/>
                    <a:pt x="6022" y="1176"/>
                  </a:cubicBezTo>
                  <a:cubicBezTo>
                    <a:pt x="6018" y="1176"/>
                    <a:pt x="6014" y="1176"/>
                    <a:pt x="6011" y="1178"/>
                  </a:cubicBezTo>
                  <a:cubicBezTo>
                    <a:pt x="6006" y="1180"/>
                    <a:pt x="6003" y="1181"/>
                    <a:pt x="5999" y="1181"/>
                  </a:cubicBezTo>
                  <a:cubicBezTo>
                    <a:pt x="5983" y="1181"/>
                    <a:pt x="5977" y="1159"/>
                    <a:pt x="5963" y="1159"/>
                  </a:cubicBezTo>
                  <a:cubicBezTo>
                    <a:pt x="5961" y="1159"/>
                    <a:pt x="5959" y="1160"/>
                    <a:pt x="5957" y="1160"/>
                  </a:cubicBezTo>
                  <a:cubicBezTo>
                    <a:pt x="5965" y="1153"/>
                    <a:pt x="5973" y="1147"/>
                    <a:pt x="5980" y="1140"/>
                  </a:cubicBezTo>
                  <a:cubicBezTo>
                    <a:pt x="5982" y="1137"/>
                    <a:pt x="5984" y="1134"/>
                    <a:pt x="5984" y="1131"/>
                  </a:cubicBezTo>
                  <a:cubicBezTo>
                    <a:pt x="5987" y="1123"/>
                    <a:pt x="5991" y="1117"/>
                    <a:pt x="5998" y="1117"/>
                  </a:cubicBezTo>
                  <a:cubicBezTo>
                    <a:pt x="5999" y="1117"/>
                    <a:pt x="6000" y="1117"/>
                    <a:pt x="6001" y="1117"/>
                  </a:cubicBezTo>
                  <a:cubicBezTo>
                    <a:pt x="6010" y="1118"/>
                    <a:pt x="6008" y="1128"/>
                    <a:pt x="6008" y="1134"/>
                  </a:cubicBezTo>
                  <a:cubicBezTo>
                    <a:pt x="6012" y="1152"/>
                    <a:pt x="6018" y="1160"/>
                    <a:pt x="6028" y="1160"/>
                  </a:cubicBezTo>
                  <a:cubicBezTo>
                    <a:pt x="6034" y="1160"/>
                    <a:pt x="6042" y="1156"/>
                    <a:pt x="6051" y="1149"/>
                  </a:cubicBezTo>
                  <a:cubicBezTo>
                    <a:pt x="6061" y="1142"/>
                    <a:pt x="6070" y="1138"/>
                    <a:pt x="6079" y="1138"/>
                  </a:cubicBezTo>
                  <a:cubicBezTo>
                    <a:pt x="6095" y="1138"/>
                    <a:pt x="6109" y="1150"/>
                    <a:pt x="6114" y="1171"/>
                  </a:cubicBezTo>
                  <a:cubicBezTo>
                    <a:pt x="6116" y="1178"/>
                    <a:pt x="6122" y="1191"/>
                    <a:pt x="6127" y="1191"/>
                  </a:cubicBezTo>
                  <a:cubicBezTo>
                    <a:pt x="6162" y="1195"/>
                    <a:pt x="6169" y="1225"/>
                    <a:pt x="6177" y="1248"/>
                  </a:cubicBezTo>
                  <a:cubicBezTo>
                    <a:pt x="6185" y="1273"/>
                    <a:pt x="6196" y="1281"/>
                    <a:pt x="6209" y="1281"/>
                  </a:cubicBezTo>
                  <a:cubicBezTo>
                    <a:pt x="6222" y="1281"/>
                    <a:pt x="6237" y="1273"/>
                    <a:pt x="6251" y="1266"/>
                  </a:cubicBezTo>
                  <a:cubicBezTo>
                    <a:pt x="6287" y="1248"/>
                    <a:pt x="6256" y="1227"/>
                    <a:pt x="6250" y="1210"/>
                  </a:cubicBezTo>
                  <a:cubicBezTo>
                    <a:pt x="6246" y="1198"/>
                    <a:pt x="6235" y="1187"/>
                    <a:pt x="6225" y="1180"/>
                  </a:cubicBezTo>
                  <a:cubicBezTo>
                    <a:pt x="6184" y="1152"/>
                    <a:pt x="6182" y="1116"/>
                    <a:pt x="6199" y="1073"/>
                  </a:cubicBezTo>
                  <a:cubicBezTo>
                    <a:pt x="6205" y="1058"/>
                    <a:pt x="6210" y="1046"/>
                    <a:pt x="6222" y="1046"/>
                  </a:cubicBezTo>
                  <a:cubicBezTo>
                    <a:pt x="6227" y="1046"/>
                    <a:pt x="6233" y="1048"/>
                    <a:pt x="6241" y="1054"/>
                  </a:cubicBezTo>
                  <a:cubicBezTo>
                    <a:pt x="6245" y="1056"/>
                    <a:pt x="6248" y="1057"/>
                    <a:pt x="6252" y="1057"/>
                  </a:cubicBezTo>
                  <a:cubicBezTo>
                    <a:pt x="6258" y="1057"/>
                    <a:pt x="6264" y="1054"/>
                    <a:pt x="6269" y="1048"/>
                  </a:cubicBezTo>
                  <a:cubicBezTo>
                    <a:pt x="6307" y="998"/>
                    <a:pt x="6314" y="886"/>
                    <a:pt x="6283" y="833"/>
                  </a:cubicBezTo>
                  <a:cubicBezTo>
                    <a:pt x="6279" y="826"/>
                    <a:pt x="6270" y="820"/>
                    <a:pt x="6277" y="810"/>
                  </a:cubicBezTo>
                  <a:lnTo>
                    <a:pt x="6277" y="810"/>
                  </a:lnTo>
                  <a:cubicBezTo>
                    <a:pt x="6283" y="815"/>
                    <a:pt x="6290" y="819"/>
                    <a:pt x="6294" y="825"/>
                  </a:cubicBezTo>
                  <a:cubicBezTo>
                    <a:pt x="6317" y="861"/>
                    <a:pt x="6339" y="896"/>
                    <a:pt x="6361" y="933"/>
                  </a:cubicBezTo>
                  <a:cubicBezTo>
                    <a:pt x="6367" y="943"/>
                    <a:pt x="6374" y="953"/>
                    <a:pt x="6386" y="953"/>
                  </a:cubicBezTo>
                  <a:cubicBezTo>
                    <a:pt x="6388" y="953"/>
                    <a:pt x="6390" y="952"/>
                    <a:pt x="6392" y="952"/>
                  </a:cubicBezTo>
                  <a:cubicBezTo>
                    <a:pt x="6401" y="949"/>
                    <a:pt x="6414" y="942"/>
                    <a:pt x="6416" y="935"/>
                  </a:cubicBezTo>
                  <a:cubicBezTo>
                    <a:pt x="6421" y="921"/>
                    <a:pt x="6406" y="915"/>
                    <a:pt x="6397" y="907"/>
                  </a:cubicBezTo>
                  <a:cubicBezTo>
                    <a:pt x="6388" y="898"/>
                    <a:pt x="6365" y="889"/>
                    <a:pt x="6381" y="874"/>
                  </a:cubicBezTo>
                  <a:cubicBezTo>
                    <a:pt x="6399" y="857"/>
                    <a:pt x="6385" y="850"/>
                    <a:pt x="6377" y="840"/>
                  </a:cubicBezTo>
                  <a:cubicBezTo>
                    <a:pt x="6366" y="827"/>
                    <a:pt x="6351" y="816"/>
                    <a:pt x="6340" y="803"/>
                  </a:cubicBezTo>
                  <a:cubicBezTo>
                    <a:pt x="6304" y="760"/>
                    <a:pt x="6249" y="740"/>
                    <a:pt x="6215" y="726"/>
                  </a:cubicBezTo>
                  <a:cubicBezTo>
                    <a:pt x="6172" y="709"/>
                    <a:pt x="6124" y="723"/>
                    <a:pt x="6085" y="698"/>
                  </a:cubicBezTo>
                  <a:cubicBezTo>
                    <a:pt x="6081" y="695"/>
                    <a:pt x="6068" y="693"/>
                    <a:pt x="6075" y="687"/>
                  </a:cubicBezTo>
                  <a:cubicBezTo>
                    <a:pt x="6101" y="668"/>
                    <a:pt x="6095" y="635"/>
                    <a:pt x="6111" y="611"/>
                  </a:cubicBezTo>
                  <a:cubicBezTo>
                    <a:pt x="6120" y="597"/>
                    <a:pt x="6179" y="588"/>
                    <a:pt x="6226" y="588"/>
                  </a:cubicBezTo>
                  <a:cubicBezTo>
                    <a:pt x="6250" y="588"/>
                    <a:pt x="6270" y="590"/>
                    <a:pt x="6280" y="596"/>
                  </a:cubicBezTo>
                  <a:cubicBezTo>
                    <a:pt x="6290" y="601"/>
                    <a:pt x="6300" y="602"/>
                    <a:pt x="6310" y="602"/>
                  </a:cubicBezTo>
                  <a:cubicBezTo>
                    <a:pt x="6325" y="602"/>
                    <a:pt x="6340" y="598"/>
                    <a:pt x="6354" y="595"/>
                  </a:cubicBezTo>
                  <a:cubicBezTo>
                    <a:pt x="6372" y="589"/>
                    <a:pt x="6350" y="571"/>
                    <a:pt x="6354" y="561"/>
                  </a:cubicBezTo>
                  <a:cubicBezTo>
                    <a:pt x="6358" y="550"/>
                    <a:pt x="6348" y="532"/>
                    <a:pt x="6363" y="528"/>
                  </a:cubicBezTo>
                  <a:cubicBezTo>
                    <a:pt x="6365" y="528"/>
                    <a:pt x="6367" y="527"/>
                    <a:pt x="6370" y="527"/>
                  </a:cubicBezTo>
                  <a:cubicBezTo>
                    <a:pt x="6380" y="527"/>
                    <a:pt x="6391" y="534"/>
                    <a:pt x="6401" y="542"/>
                  </a:cubicBezTo>
                  <a:cubicBezTo>
                    <a:pt x="6411" y="551"/>
                    <a:pt x="6423" y="563"/>
                    <a:pt x="6434" y="563"/>
                  </a:cubicBezTo>
                  <a:cubicBezTo>
                    <a:pt x="6442" y="563"/>
                    <a:pt x="6450" y="557"/>
                    <a:pt x="6457" y="540"/>
                  </a:cubicBezTo>
                  <a:cubicBezTo>
                    <a:pt x="6458" y="535"/>
                    <a:pt x="6461" y="533"/>
                    <a:pt x="6464" y="533"/>
                  </a:cubicBezTo>
                  <a:cubicBezTo>
                    <a:pt x="6466" y="533"/>
                    <a:pt x="6469" y="534"/>
                    <a:pt x="6471" y="535"/>
                  </a:cubicBezTo>
                  <a:cubicBezTo>
                    <a:pt x="6477" y="541"/>
                    <a:pt x="6477" y="546"/>
                    <a:pt x="6474" y="554"/>
                  </a:cubicBezTo>
                  <a:cubicBezTo>
                    <a:pt x="6462" y="578"/>
                    <a:pt x="6443" y="602"/>
                    <a:pt x="6443" y="626"/>
                  </a:cubicBezTo>
                  <a:cubicBezTo>
                    <a:pt x="6442" y="667"/>
                    <a:pt x="6461" y="706"/>
                    <a:pt x="6494" y="730"/>
                  </a:cubicBezTo>
                  <a:cubicBezTo>
                    <a:pt x="6525" y="754"/>
                    <a:pt x="6560" y="772"/>
                    <a:pt x="6584" y="803"/>
                  </a:cubicBezTo>
                  <a:cubicBezTo>
                    <a:pt x="6591" y="811"/>
                    <a:pt x="6598" y="824"/>
                    <a:pt x="6609" y="824"/>
                  </a:cubicBezTo>
                  <a:cubicBezTo>
                    <a:pt x="6612" y="824"/>
                    <a:pt x="6615" y="823"/>
                    <a:pt x="6618" y="822"/>
                  </a:cubicBezTo>
                  <a:cubicBezTo>
                    <a:pt x="6636" y="813"/>
                    <a:pt x="6637" y="797"/>
                    <a:pt x="6635" y="780"/>
                  </a:cubicBezTo>
                  <a:cubicBezTo>
                    <a:pt x="6631" y="740"/>
                    <a:pt x="6642" y="700"/>
                    <a:pt x="6613" y="660"/>
                  </a:cubicBezTo>
                  <a:cubicBezTo>
                    <a:pt x="6596" y="636"/>
                    <a:pt x="6589" y="609"/>
                    <a:pt x="6555" y="607"/>
                  </a:cubicBezTo>
                  <a:cubicBezTo>
                    <a:pt x="6545" y="606"/>
                    <a:pt x="6543" y="600"/>
                    <a:pt x="6542" y="593"/>
                  </a:cubicBezTo>
                  <a:cubicBezTo>
                    <a:pt x="6540" y="586"/>
                    <a:pt x="6542" y="577"/>
                    <a:pt x="6550" y="577"/>
                  </a:cubicBezTo>
                  <a:cubicBezTo>
                    <a:pt x="6550" y="577"/>
                    <a:pt x="6550" y="578"/>
                    <a:pt x="6551" y="578"/>
                  </a:cubicBezTo>
                  <a:cubicBezTo>
                    <a:pt x="6552" y="578"/>
                    <a:pt x="6552" y="578"/>
                    <a:pt x="6553" y="578"/>
                  </a:cubicBezTo>
                  <a:cubicBezTo>
                    <a:pt x="6570" y="578"/>
                    <a:pt x="6585" y="570"/>
                    <a:pt x="6602" y="570"/>
                  </a:cubicBezTo>
                  <a:cubicBezTo>
                    <a:pt x="6609" y="570"/>
                    <a:pt x="6616" y="571"/>
                    <a:pt x="6623" y="576"/>
                  </a:cubicBezTo>
                  <a:cubicBezTo>
                    <a:pt x="6630" y="579"/>
                    <a:pt x="6636" y="581"/>
                    <a:pt x="6641" y="581"/>
                  </a:cubicBezTo>
                  <a:cubicBezTo>
                    <a:pt x="6652" y="581"/>
                    <a:pt x="6659" y="574"/>
                    <a:pt x="6664" y="559"/>
                  </a:cubicBezTo>
                  <a:cubicBezTo>
                    <a:pt x="6672" y="536"/>
                    <a:pt x="6695" y="525"/>
                    <a:pt x="6712" y="513"/>
                  </a:cubicBezTo>
                  <a:cubicBezTo>
                    <a:pt x="6715" y="512"/>
                    <a:pt x="6719" y="512"/>
                    <a:pt x="6722" y="512"/>
                  </a:cubicBezTo>
                  <a:cubicBezTo>
                    <a:pt x="6726" y="512"/>
                    <a:pt x="6729" y="512"/>
                    <a:pt x="6732" y="512"/>
                  </a:cubicBezTo>
                  <a:cubicBezTo>
                    <a:pt x="6741" y="512"/>
                    <a:pt x="6749" y="510"/>
                    <a:pt x="6751" y="497"/>
                  </a:cubicBezTo>
                  <a:cubicBezTo>
                    <a:pt x="6754" y="475"/>
                    <a:pt x="6733" y="470"/>
                    <a:pt x="6718" y="461"/>
                  </a:cubicBezTo>
                  <a:cubicBezTo>
                    <a:pt x="6712" y="458"/>
                    <a:pt x="6704" y="451"/>
                    <a:pt x="6705" y="447"/>
                  </a:cubicBezTo>
                  <a:cubicBezTo>
                    <a:pt x="6706" y="441"/>
                    <a:pt x="6710" y="440"/>
                    <a:pt x="6715" y="440"/>
                  </a:cubicBezTo>
                  <a:cubicBezTo>
                    <a:pt x="6718" y="440"/>
                    <a:pt x="6722" y="440"/>
                    <a:pt x="6725" y="440"/>
                  </a:cubicBezTo>
                  <a:cubicBezTo>
                    <a:pt x="6758" y="445"/>
                    <a:pt x="6788" y="462"/>
                    <a:pt x="6822" y="462"/>
                  </a:cubicBezTo>
                  <a:cubicBezTo>
                    <a:pt x="6836" y="462"/>
                    <a:pt x="6842" y="460"/>
                    <a:pt x="6847" y="444"/>
                  </a:cubicBezTo>
                  <a:cubicBezTo>
                    <a:pt x="6866" y="391"/>
                    <a:pt x="6830" y="387"/>
                    <a:pt x="6796" y="385"/>
                  </a:cubicBezTo>
                  <a:cubicBezTo>
                    <a:pt x="6752" y="382"/>
                    <a:pt x="6707" y="375"/>
                    <a:pt x="6663" y="363"/>
                  </a:cubicBezTo>
                  <a:cubicBezTo>
                    <a:pt x="6577" y="341"/>
                    <a:pt x="6493" y="308"/>
                    <a:pt x="6404" y="308"/>
                  </a:cubicBezTo>
                  <a:cubicBezTo>
                    <a:pt x="6374" y="308"/>
                    <a:pt x="6344" y="311"/>
                    <a:pt x="6312" y="320"/>
                  </a:cubicBezTo>
                  <a:cubicBezTo>
                    <a:pt x="6303" y="323"/>
                    <a:pt x="6293" y="324"/>
                    <a:pt x="6283" y="324"/>
                  </a:cubicBezTo>
                  <a:cubicBezTo>
                    <a:pt x="6254" y="324"/>
                    <a:pt x="6220" y="316"/>
                    <a:pt x="6190" y="313"/>
                  </a:cubicBezTo>
                  <a:cubicBezTo>
                    <a:pt x="6135" y="306"/>
                    <a:pt x="6084" y="275"/>
                    <a:pt x="6028" y="275"/>
                  </a:cubicBezTo>
                  <a:cubicBezTo>
                    <a:pt x="6021" y="275"/>
                    <a:pt x="6014" y="275"/>
                    <a:pt x="6006" y="277"/>
                  </a:cubicBezTo>
                  <a:cubicBezTo>
                    <a:pt x="5994" y="278"/>
                    <a:pt x="5982" y="280"/>
                    <a:pt x="5970" y="280"/>
                  </a:cubicBezTo>
                  <a:cubicBezTo>
                    <a:pt x="5952" y="280"/>
                    <a:pt x="5935" y="277"/>
                    <a:pt x="5918" y="268"/>
                  </a:cubicBezTo>
                  <a:cubicBezTo>
                    <a:pt x="5853" y="232"/>
                    <a:pt x="5771" y="256"/>
                    <a:pt x="5707" y="213"/>
                  </a:cubicBezTo>
                  <a:cubicBezTo>
                    <a:pt x="5703" y="209"/>
                    <a:pt x="5697" y="207"/>
                    <a:pt x="5690" y="207"/>
                  </a:cubicBezTo>
                  <a:cubicBezTo>
                    <a:pt x="5681" y="207"/>
                    <a:pt x="5672" y="211"/>
                    <a:pt x="5667" y="220"/>
                  </a:cubicBezTo>
                  <a:cubicBezTo>
                    <a:pt x="5655" y="238"/>
                    <a:pt x="5677" y="239"/>
                    <a:pt x="5685" y="247"/>
                  </a:cubicBezTo>
                  <a:cubicBezTo>
                    <a:pt x="5689" y="252"/>
                    <a:pt x="5691" y="259"/>
                    <a:pt x="5689" y="265"/>
                  </a:cubicBezTo>
                  <a:cubicBezTo>
                    <a:pt x="5686" y="271"/>
                    <a:pt x="5642" y="273"/>
                    <a:pt x="5605" y="273"/>
                  </a:cubicBezTo>
                  <a:cubicBezTo>
                    <a:pt x="5577" y="273"/>
                    <a:pt x="5552" y="272"/>
                    <a:pt x="5548" y="269"/>
                  </a:cubicBezTo>
                  <a:cubicBezTo>
                    <a:pt x="5516" y="246"/>
                    <a:pt x="5481" y="228"/>
                    <a:pt x="5443" y="217"/>
                  </a:cubicBezTo>
                  <a:cubicBezTo>
                    <a:pt x="5437" y="216"/>
                    <a:pt x="5432" y="215"/>
                    <a:pt x="5427" y="215"/>
                  </a:cubicBezTo>
                  <a:cubicBezTo>
                    <a:pt x="5403" y="215"/>
                    <a:pt x="5383" y="231"/>
                    <a:pt x="5361" y="231"/>
                  </a:cubicBezTo>
                  <a:cubicBezTo>
                    <a:pt x="5359" y="231"/>
                    <a:pt x="5357" y="230"/>
                    <a:pt x="5355" y="230"/>
                  </a:cubicBezTo>
                  <a:cubicBezTo>
                    <a:pt x="5285" y="220"/>
                    <a:pt x="5214" y="233"/>
                    <a:pt x="5151" y="174"/>
                  </a:cubicBezTo>
                  <a:cubicBezTo>
                    <a:pt x="5114" y="139"/>
                    <a:pt x="5063" y="136"/>
                    <a:pt x="5012" y="136"/>
                  </a:cubicBezTo>
                  <a:cubicBezTo>
                    <a:pt x="4999" y="136"/>
                    <a:pt x="4986" y="136"/>
                    <a:pt x="4973" y="136"/>
                  </a:cubicBezTo>
                  <a:cubicBezTo>
                    <a:pt x="4959" y="136"/>
                    <a:pt x="4945" y="136"/>
                    <a:pt x="4932" y="135"/>
                  </a:cubicBezTo>
                  <a:cubicBezTo>
                    <a:pt x="4931" y="135"/>
                    <a:pt x="4930" y="135"/>
                    <a:pt x="4930" y="135"/>
                  </a:cubicBezTo>
                  <a:moveTo>
                    <a:pt x="6457" y="2610"/>
                  </a:moveTo>
                  <a:cubicBezTo>
                    <a:pt x="6444" y="2610"/>
                    <a:pt x="6441" y="2619"/>
                    <a:pt x="6442" y="2630"/>
                  </a:cubicBezTo>
                  <a:cubicBezTo>
                    <a:pt x="6444" y="2663"/>
                    <a:pt x="6450" y="2698"/>
                    <a:pt x="6451" y="2731"/>
                  </a:cubicBezTo>
                  <a:cubicBezTo>
                    <a:pt x="6451" y="2753"/>
                    <a:pt x="6465" y="2789"/>
                    <a:pt x="6442" y="2794"/>
                  </a:cubicBezTo>
                  <a:cubicBezTo>
                    <a:pt x="6439" y="2794"/>
                    <a:pt x="6436" y="2794"/>
                    <a:pt x="6433" y="2794"/>
                  </a:cubicBezTo>
                  <a:cubicBezTo>
                    <a:pt x="6386" y="2794"/>
                    <a:pt x="6330" y="2734"/>
                    <a:pt x="6338" y="2692"/>
                  </a:cubicBezTo>
                  <a:cubicBezTo>
                    <a:pt x="6343" y="2667"/>
                    <a:pt x="6333" y="2643"/>
                    <a:pt x="6300" y="2643"/>
                  </a:cubicBezTo>
                  <a:cubicBezTo>
                    <a:pt x="6298" y="2643"/>
                    <a:pt x="6297" y="2643"/>
                    <a:pt x="6295" y="2643"/>
                  </a:cubicBezTo>
                  <a:cubicBezTo>
                    <a:pt x="6294" y="2643"/>
                    <a:pt x="6293" y="2643"/>
                    <a:pt x="6291" y="2643"/>
                  </a:cubicBezTo>
                  <a:cubicBezTo>
                    <a:pt x="6268" y="2643"/>
                    <a:pt x="6240" y="2628"/>
                    <a:pt x="6215" y="2628"/>
                  </a:cubicBezTo>
                  <a:cubicBezTo>
                    <a:pt x="6200" y="2628"/>
                    <a:pt x="6186" y="2634"/>
                    <a:pt x="6176" y="2651"/>
                  </a:cubicBezTo>
                  <a:cubicBezTo>
                    <a:pt x="6163" y="2670"/>
                    <a:pt x="6129" y="2681"/>
                    <a:pt x="6126" y="2712"/>
                  </a:cubicBezTo>
                  <a:cubicBezTo>
                    <a:pt x="6125" y="2722"/>
                    <a:pt x="6125" y="2726"/>
                    <a:pt x="6121" y="2726"/>
                  </a:cubicBezTo>
                  <a:cubicBezTo>
                    <a:pt x="6118" y="2726"/>
                    <a:pt x="6114" y="2723"/>
                    <a:pt x="6105" y="2718"/>
                  </a:cubicBezTo>
                  <a:cubicBezTo>
                    <a:pt x="6089" y="2707"/>
                    <a:pt x="6073" y="2701"/>
                    <a:pt x="6060" y="2701"/>
                  </a:cubicBezTo>
                  <a:cubicBezTo>
                    <a:pt x="6046" y="2701"/>
                    <a:pt x="6035" y="2708"/>
                    <a:pt x="6030" y="2724"/>
                  </a:cubicBezTo>
                  <a:cubicBezTo>
                    <a:pt x="6014" y="2770"/>
                    <a:pt x="5962" y="2792"/>
                    <a:pt x="5959" y="2847"/>
                  </a:cubicBezTo>
                  <a:cubicBezTo>
                    <a:pt x="5959" y="2867"/>
                    <a:pt x="5942" y="2879"/>
                    <a:pt x="5920" y="2885"/>
                  </a:cubicBezTo>
                  <a:cubicBezTo>
                    <a:pt x="5885" y="2896"/>
                    <a:pt x="5851" y="2910"/>
                    <a:pt x="5817" y="2923"/>
                  </a:cubicBezTo>
                  <a:cubicBezTo>
                    <a:pt x="5766" y="2943"/>
                    <a:pt x="5741" y="3038"/>
                    <a:pt x="5780" y="3092"/>
                  </a:cubicBezTo>
                  <a:cubicBezTo>
                    <a:pt x="5813" y="3137"/>
                    <a:pt x="5820" y="3182"/>
                    <a:pt x="5842" y="3227"/>
                  </a:cubicBezTo>
                  <a:cubicBezTo>
                    <a:pt x="5855" y="3252"/>
                    <a:pt x="5853" y="3275"/>
                    <a:pt x="5836" y="3292"/>
                  </a:cubicBezTo>
                  <a:cubicBezTo>
                    <a:pt x="5826" y="3302"/>
                    <a:pt x="5830" y="3314"/>
                    <a:pt x="5846" y="3327"/>
                  </a:cubicBezTo>
                  <a:cubicBezTo>
                    <a:pt x="5868" y="3343"/>
                    <a:pt x="5888" y="3352"/>
                    <a:pt x="5907" y="3352"/>
                  </a:cubicBezTo>
                  <a:cubicBezTo>
                    <a:pt x="5921" y="3352"/>
                    <a:pt x="5933" y="3347"/>
                    <a:pt x="5945" y="3337"/>
                  </a:cubicBezTo>
                  <a:cubicBezTo>
                    <a:pt x="5962" y="3322"/>
                    <a:pt x="5985" y="3313"/>
                    <a:pt x="6009" y="3313"/>
                  </a:cubicBezTo>
                  <a:cubicBezTo>
                    <a:pt x="6015" y="3313"/>
                    <a:pt x="6021" y="3313"/>
                    <a:pt x="6027" y="3314"/>
                  </a:cubicBezTo>
                  <a:cubicBezTo>
                    <a:pt x="6030" y="3315"/>
                    <a:pt x="6034" y="3315"/>
                    <a:pt x="6037" y="3315"/>
                  </a:cubicBezTo>
                  <a:cubicBezTo>
                    <a:pt x="6047" y="3315"/>
                    <a:pt x="6055" y="3312"/>
                    <a:pt x="6062" y="3307"/>
                  </a:cubicBezTo>
                  <a:cubicBezTo>
                    <a:pt x="6110" y="3263"/>
                    <a:pt x="6181" y="3252"/>
                    <a:pt x="6249" y="3238"/>
                  </a:cubicBezTo>
                  <a:cubicBezTo>
                    <a:pt x="6254" y="3237"/>
                    <a:pt x="6260" y="3236"/>
                    <a:pt x="6266" y="3236"/>
                  </a:cubicBezTo>
                  <a:cubicBezTo>
                    <a:pt x="6289" y="3236"/>
                    <a:pt x="6317" y="3247"/>
                    <a:pt x="6333" y="3281"/>
                  </a:cubicBezTo>
                  <a:cubicBezTo>
                    <a:pt x="6341" y="3296"/>
                    <a:pt x="6346" y="3324"/>
                    <a:pt x="6377" y="3324"/>
                  </a:cubicBezTo>
                  <a:cubicBezTo>
                    <a:pt x="6378" y="3324"/>
                    <a:pt x="6379" y="3324"/>
                    <a:pt x="6380" y="3324"/>
                  </a:cubicBezTo>
                  <a:cubicBezTo>
                    <a:pt x="6384" y="3324"/>
                    <a:pt x="6386" y="3320"/>
                    <a:pt x="6390" y="3320"/>
                  </a:cubicBezTo>
                  <a:cubicBezTo>
                    <a:pt x="6392" y="3320"/>
                    <a:pt x="6394" y="3321"/>
                    <a:pt x="6396" y="3324"/>
                  </a:cubicBezTo>
                  <a:cubicBezTo>
                    <a:pt x="6398" y="3327"/>
                    <a:pt x="6394" y="3334"/>
                    <a:pt x="6390" y="3337"/>
                  </a:cubicBezTo>
                  <a:cubicBezTo>
                    <a:pt x="6383" y="3343"/>
                    <a:pt x="6372" y="3348"/>
                    <a:pt x="6382" y="3361"/>
                  </a:cubicBezTo>
                  <a:cubicBezTo>
                    <a:pt x="6388" y="3367"/>
                    <a:pt x="6395" y="3370"/>
                    <a:pt x="6403" y="3372"/>
                  </a:cubicBezTo>
                  <a:cubicBezTo>
                    <a:pt x="6404" y="3372"/>
                    <a:pt x="6406" y="3372"/>
                    <a:pt x="6407" y="3372"/>
                  </a:cubicBezTo>
                  <a:cubicBezTo>
                    <a:pt x="6418" y="3372"/>
                    <a:pt x="6426" y="3366"/>
                    <a:pt x="6428" y="3356"/>
                  </a:cubicBezTo>
                  <a:cubicBezTo>
                    <a:pt x="6428" y="3353"/>
                    <a:pt x="6428" y="3350"/>
                    <a:pt x="6426" y="3346"/>
                  </a:cubicBezTo>
                  <a:cubicBezTo>
                    <a:pt x="6425" y="3342"/>
                    <a:pt x="6425" y="3340"/>
                    <a:pt x="6427" y="3340"/>
                  </a:cubicBezTo>
                  <a:cubicBezTo>
                    <a:pt x="6428" y="3340"/>
                    <a:pt x="6431" y="3343"/>
                    <a:pt x="6434" y="3344"/>
                  </a:cubicBezTo>
                  <a:cubicBezTo>
                    <a:pt x="6446" y="3351"/>
                    <a:pt x="6463" y="3356"/>
                    <a:pt x="6455" y="3373"/>
                  </a:cubicBezTo>
                  <a:cubicBezTo>
                    <a:pt x="6449" y="3385"/>
                    <a:pt x="6454" y="3396"/>
                    <a:pt x="6471" y="3407"/>
                  </a:cubicBezTo>
                  <a:cubicBezTo>
                    <a:pt x="6507" y="3428"/>
                    <a:pt x="6543" y="3435"/>
                    <a:pt x="6575" y="3435"/>
                  </a:cubicBezTo>
                  <a:cubicBezTo>
                    <a:pt x="6591" y="3435"/>
                    <a:pt x="6606" y="3433"/>
                    <a:pt x="6619" y="3431"/>
                  </a:cubicBezTo>
                  <a:cubicBezTo>
                    <a:pt x="6671" y="3424"/>
                    <a:pt x="6737" y="3416"/>
                    <a:pt x="6737" y="3348"/>
                  </a:cubicBezTo>
                  <a:cubicBezTo>
                    <a:pt x="6737" y="3343"/>
                    <a:pt x="6744" y="3339"/>
                    <a:pt x="6745" y="3334"/>
                  </a:cubicBezTo>
                  <a:cubicBezTo>
                    <a:pt x="6756" y="3293"/>
                    <a:pt x="6801" y="3277"/>
                    <a:pt x="6818" y="3243"/>
                  </a:cubicBezTo>
                  <a:cubicBezTo>
                    <a:pt x="6862" y="3156"/>
                    <a:pt x="6866" y="3059"/>
                    <a:pt x="6761" y="2956"/>
                  </a:cubicBezTo>
                  <a:cubicBezTo>
                    <a:pt x="6729" y="2924"/>
                    <a:pt x="6705" y="2880"/>
                    <a:pt x="6662" y="2859"/>
                  </a:cubicBezTo>
                  <a:cubicBezTo>
                    <a:pt x="6616" y="2838"/>
                    <a:pt x="6605" y="2805"/>
                    <a:pt x="6591" y="2773"/>
                  </a:cubicBezTo>
                  <a:cubicBezTo>
                    <a:pt x="6587" y="2752"/>
                    <a:pt x="6578" y="2730"/>
                    <a:pt x="6558" y="2720"/>
                  </a:cubicBezTo>
                  <a:cubicBezTo>
                    <a:pt x="6518" y="2697"/>
                    <a:pt x="6509" y="2663"/>
                    <a:pt x="6487" y="2633"/>
                  </a:cubicBezTo>
                  <a:cubicBezTo>
                    <a:pt x="6479" y="2623"/>
                    <a:pt x="6475" y="2612"/>
                    <a:pt x="6460" y="2610"/>
                  </a:cubicBezTo>
                  <a:cubicBezTo>
                    <a:pt x="6459" y="2610"/>
                    <a:pt x="6458" y="2610"/>
                    <a:pt x="6457" y="2610"/>
                  </a:cubicBezTo>
                  <a:moveTo>
                    <a:pt x="6344" y="2325"/>
                  </a:moveTo>
                  <a:cubicBezTo>
                    <a:pt x="6341" y="2325"/>
                    <a:pt x="6337" y="2325"/>
                    <a:pt x="6333" y="2326"/>
                  </a:cubicBezTo>
                  <a:cubicBezTo>
                    <a:pt x="6313" y="2330"/>
                    <a:pt x="6287" y="2325"/>
                    <a:pt x="6276" y="2348"/>
                  </a:cubicBezTo>
                  <a:cubicBezTo>
                    <a:pt x="6266" y="2371"/>
                    <a:pt x="6290" y="2372"/>
                    <a:pt x="6302" y="2380"/>
                  </a:cubicBezTo>
                  <a:cubicBezTo>
                    <a:pt x="6304" y="2382"/>
                    <a:pt x="6301" y="2389"/>
                    <a:pt x="6303" y="2394"/>
                  </a:cubicBezTo>
                  <a:cubicBezTo>
                    <a:pt x="6311" y="2416"/>
                    <a:pt x="6316" y="2448"/>
                    <a:pt x="6344" y="2448"/>
                  </a:cubicBezTo>
                  <a:cubicBezTo>
                    <a:pt x="6345" y="2448"/>
                    <a:pt x="6345" y="2448"/>
                    <a:pt x="6346" y="2448"/>
                  </a:cubicBezTo>
                  <a:cubicBezTo>
                    <a:pt x="6348" y="2448"/>
                    <a:pt x="6350" y="2448"/>
                    <a:pt x="6352" y="2448"/>
                  </a:cubicBezTo>
                  <a:cubicBezTo>
                    <a:pt x="6386" y="2448"/>
                    <a:pt x="6412" y="2465"/>
                    <a:pt x="6440" y="2478"/>
                  </a:cubicBezTo>
                  <a:cubicBezTo>
                    <a:pt x="6453" y="2484"/>
                    <a:pt x="6471" y="2510"/>
                    <a:pt x="6450" y="2532"/>
                  </a:cubicBezTo>
                  <a:cubicBezTo>
                    <a:pt x="6443" y="2540"/>
                    <a:pt x="6444" y="2550"/>
                    <a:pt x="6448" y="2559"/>
                  </a:cubicBezTo>
                  <a:cubicBezTo>
                    <a:pt x="6452" y="2567"/>
                    <a:pt x="6460" y="2572"/>
                    <a:pt x="6469" y="2572"/>
                  </a:cubicBezTo>
                  <a:cubicBezTo>
                    <a:pt x="6471" y="2572"/>
                    <a:pt x="6473" y="2572"/>
                    <a:pt x="6475" y="2571"/>
                  </a:cubicBezTo>
                  <a:cubicBezTo>
                    <a:pt x="6478" y="2571"/>
                    <a:pt x="6480" y="2571"/>
                    <a:pt x="6482" y="2571"/>
                  </a:cubicBezTo>
                  <a:cubicBezTo>
                    <a:pt x="6491" y="2571"/>
                    <a:pt x="6498" y="2575"/>
                    <a:pt x="6507" y="2580"/>
                  </a:cubicBezTo>
                  <a:cubicBezTo>
                    <a:pt x="6524" y="2592"/>
                    <a:pt x="6545" y="2597"/>
                    <a:pt x="6565" y="2597"/>
                  </a:cubicBezTo>
                  <a:cubicBezTo>
                    <a:pt x="6587" y="2597"/>
                    <a:pt x="6605" y="2590"/>
                    <a:pt x="6611" y="2577"/>
                  </a:cubicBezTo>
                  <a:cubicBezTo>
                    <a:pt x="6615" y="2566"/>
                    <a:pt x="6613" y="2552"/>
                    <a:pt x="6630" y="2552"/>
                  </a:cubicBezTo>
                  <a:cubicBezTo>
                    <a:pt x="6630" y="2552"/>
                    <a:pt x="6631" y="2552"/>
                    <a:pt x="6631" y="2552"/>
                  </a:cubicBezTo>
                  <a:cubicBezTo>
                    <a:pt x="6650" y="2553"/>
                    <a:pt x="6659" y="2565"/>
                    <a:pt x="6661" y="2581"/>
                  </a:cubicBezTo>
                  <a:cubicBezTo>
                    <a:pt x="6666" y="2615"/>
                    <a:pt x="6689" y="2626"/>
                    <a:pt x="6719" y="2627"/>
                  </a:cubicBezTo>
                  <a:cubicBezTo>
                    <a:pt x="6732" y="2627"/>
                    <a:pt x="6749" y="2640"/>
                    <a:pt x="6761" y="2640"/>
                  </a:cubicBezTo>
                  <a:cubicBezTo>
                    <a:pt x="6767" y="2640"/>
                    <a:pt x="6772" y="2637"/>
                    <a:pt x="6776" y="2628"/>
                  </a:cubicBezTo>
                  <a:cubicBezTo>
                    <a:pt x="6785" y="2608"/>
                    <a:pt x="6759" y="2587"/>
                    <a:pt x="6742" y="2571"/>
                  </a:cubicBezTo>
                  <a:cubicBezTo>
                    <a:pt x="6731" y="2561"/>
                    <a:pt x="6711" y="2547"/>
                    <a:pt x="6720" y="2533"/>
                  </a:cubicBezTo>
                  <a:cubicBezTo>
                    <a:pt x="6726" y="2524"/>
                    <a:pt x="6733" y="2506"/>
                    <a:pt x="6750" y="2506"/>
                  </a:cubicBezTo>
                  <a:cubicBezTo>
                    <a:pt x="6755" y="2506"/>
                    <a:pt x="6760" y="2507"/>
                    <a:pt x="6765" y="2510"/>
                  </a:cubicBezTo>
                  <a:cubicBezTo>
                    <a:pt x="6771" y="2512"/>
                    <a:pt x="6776" y="2513"/>
                    <a:pt x="6781" y="2513"/>
                  </a:cubicBezTo>
                  <a:cubicBezTo>
                    <a:pt x="6799" y="2513"/>
                    <a:pt x="6817" y="2501"/>
                    <a:pt x="6832" y="2491"/>
                  </a:cubicBezTo>
                  <a:cubicBezTo>
                    <a:pt x="6849" y="2480"/>
                    <a:pt x="6851" y="2457"/>
                    <a:pt x="6837" y="2442"/>
                  </a:cubicBezTo>
                  <a:cubicBezTo>
                    <a:pt x="6832" y="2436"/>
                    <a:pt x="6827" y="2434"/>
                    <a:pt x="6824" y="2434"/>
                  </a:cubicBezTo>
                  <a:cubicBezTo>
                    <a:pt x="6815" y="2434"/>
                    <a:pt x="6809" y="2445"/>
                    <a:pt x="6802" y="2453"/>
                  </a:cubicBezTo>
                  <a:cubicBezTo>
                    <a:pt x="6797" y="2459"/>
                    <a:pt x="6790" y="2463"/>
                    <a:pt x="6782" y="2463"/>
                  </a:cubicBezTo>
                  <a:cubicBezTo>
                    <a:pt x="6780" y="2464"/>
                    <a:pt x="6779" y="2464"/>
                    <a:pt x="6777" y="2464"/>
                  </a:cubicBezTo>
                  <a:cubicBezTo>
                    <a:pt x="6743" y="2464"/>
                    <a:pt x="6664" y="2439"/>
                    <a:pt x="6633" y="2419"/>
                  </a:cubicBezTo>
                  <a:cubicBezTo>
                    <a:pt x="6624" y="2412"/>
                    <a:pt x="6615" y="2408"/>
                    <a:pt x="6604" y="2404"/>
                  </a:cubicBezTo>
                  <a:cubicBezTo>
                    <a:pt x="6571" y="2392"/>
                    <a:pt x="6534" y="2387"/>
                    <a:pt x="6504" y="2369"/>
                  </a:cubicBezTo>
                  <a:cubicBezTo>
                    <a:pt x="6490" y="2361"/>
                    <a:pt x="6478" y="2358"/>
                    <a:pt x="6467" y="2358"/>
                  </a:cubicBezTo>
                  <a:cubicBezTo>
                    <a:pt x="6447" y="2358"/>
                    <a:pt x="6431" y="2370"/>
                    <a:pt x="6416" y="2386"/>
                  </a:cubicBezTo>
                  <a:cubicBezTo>
                    <a:pt x="6406" y="2397"/>
                    <a:pt x="6400" y="2402"/>
                    <a:pt x="6395" y="2402"/>
                  </a:cubicBezTo>
                  <a:cubicBezTo>
                    <a:pt x="6387" y="2402"/>
                    <a:pt x="6384" y="2390"/>
                    <a:pt x="6379" y="2376"/>
                  </a:cubicBezTo>
                  <a:cubicBezTo>
                    <a:pt x="6373" y="2355"/>
                    <a:pt x="6375" y="2325"/>
                    <a:pt x="6344" y="2325"/>
                  </a:cubicBezTo>
                  <a:moveTo>
                    <a:pt x="5932" y="2115"/>
                  </a:moveTo>
                  <a:cubicBezTo>
                    <a:pt x="5919" y="2115"/>
                    <a:pt x="5910" y="2130"/>
                    <a:pt x="5906" y="2142"/>
                  </a:cubicBezTo>
                  <a:cubicBezTo>
                    <a:pt x="5890" y="2179"/>
                    <a:pt x="5854" y="2198"/>
                    <a:pt x="5827" y="2225"/>
                  </a:cubicBezTo>
                  <a:cubicBezTo>
                    <a:pt x="5816" y="2236"/>
                    <a:pt x="5795" y="2256"/>
                    <a:pt x="5781" y="2256"/>
                  </a:cubicBezTo>
                  <a:cubicBezTo>
                    <a:pt x="5779" y="2256"/>
                    <a:pt x="5778" y="2256"/>
                    <a:pt x="5777" y="2255"/>
                  </a:cubicBezTo>
                  <a:cubicBezTo>
                    <a:pt x="5770" y="2254"/>
                    <a:pt x="5765" y="2253"/>
                    <a:pt x="5760" y="2253"/>
                  </a:cubicBezTo>
                  <a:cubicBezTo>
                    <a:pt x="5730" y="2253"/>
                    <a:pt x="5731" y="2279"/>
                    <a:pt x="5727" y="2299"/>
                  </a:cubicBezTo>
                  <a:cubicBezTo>
                    <a:pt x="5726" y="2347"/>
                    <a:pt x="5767" y="2399"/>
                    <a:pt x="5808" y="2414"/>
                  </a:cubicBezTo>
                  <a:cubicBezTo>
                    <a:pt x="5818" y="2418"/>
                    <a:pt x="5827" y="2418"/>
                    <a:pt x="5837" y="2418"/>
                  </a:cubicBezTo>
                  <a:cubicBezTo>
                    <a:pt x="5839" y="2418"/>
                    <a:pt x="5842" y="2418"/>
                    <a:pt x="5844" y="2418"/>
                  </a:cubicBezTo>
                  <a:cubicBezTo>
                    <a:pt x="5853" y="2418"/>
                    <a:pt x="5861" y="2418"/>
                    <a:pt x="5869" y="2422"/>
                  </a:cubicBezTo>
                  <a:cubicBezTo>
                    <a:pt x="5881" y="2427"/>
                    <a:pt x="5891" y="2430"/>
                    <a:pt x="5900" y="2430"/>
                  </a:cubicBezTo>
                  <a:cubicBezTo>
                    <a:pt x="5920" y="2430"/>
                    <a:pt x="5930" y="2415"/>
                    <a:pt x="5937" y="2384"/>
                  </a:cubicBezTo>
                  <a:cubicBezTo>
                    <a:pt x="5942" y="2356"/>
                    <a:pt x="5955" y="2318"/>
                    <a:pt x="5977" y="2307"/>
                  </a:cubicBezTo>
                  <a:cubicBezTo>
                    <a:pt x="6010" y="2290"/>
                    <a:pt x="5993" y="2280"/>
                    <a:pt x="5984" y="2263"/>
                  </a:cubicBezTo>
                  <a:cubicBezTo>
                    <a:pt x="5973" y="2241"/>
                    <a:pt x="5948" y="2220"/>
                    <a:pt x="5980" y="2193"/>
                  </a:cubicBezTo>
                  <a:cubicBezTo>
                    <a:pt x="5989" y="2186"/>
                    <a:pt x="6011" y="2179"/>
                    <a:pt x="6000" y="2162"/>
                  </a:cubicBezTo>
                  <a:cubicBezTo>
                    <a:pt x="5985" y="2141"/>
                    <a:pt x="5963" y="2122"/>
                    <a:pt x="5937" y="2115"/>
                  </a:cubicBezTo>
                  <a:cubicBezTo>
                    <a:pt x="5935" y="2115"/>
                    <a:pt x="5933" y="2115"/>
                    <a:pt x="5932" y="2115"/>
                  </a:cubicBezTo>
                  <a:moveTo>
                    <a:pt x="5557" y="2260"/>
                  </a:moveTo>
                  <a:lnTo>
                    <a:pt x="5557" y="2260"/>
                  </a:lnTo>
                  <a:cubicBezTo>
                    <a:pt x="5558" y="2260"/>
                    <a:pt x="5558" y="2260"/>
                    <a:pt x="5558" y="2261"/>
                  </a:cubicBezTo>
                  <a:lnTo>
                    <a:pt x="5558" y="2261"/>
                  </a:lnTo>
                  <a:cubicBezTo>
                    <a:pt x="5558" y="2261"/>
                    <a:pt x="5558" y="2261"/>
                    <a:pt x="5558" y="2261"/>
                  </a:cubicBezTo>
                  <a:lnTo>
                    <a:pt x="5557" y="2260"/>
                  </a:lnTo>
                  <a:close/>
                  <a:moveTo>
                    <a:pt x="5397" y="2145"/>
                  </a:moveTo>
                  <a:cubicBezTo>
                    <a:pt x="5389" y="2145"/>
                    <a:pt x="5382" y="2147"/>
                    <a:pt x="5376" y="2152"/>
                  </a:cubicBezTo>
                  <a:cubicBezTo>
                    <a:pt x="5366" y="2162"/>
                    <a:pt x="5372" y="2173"/>
                    <a:pt x="5380" y="2180"/>
                  </a:cubicBezTo>
                  <a:cubicBezTo>
                    <a:pt x="5413" y="2209"/>
                    <a:pt x="5441" y="2242"/>
                    <a:pt x="5465" y="2278"/>
                  </a:cubicBezTo>
                  <a:cubicBezTo>
                    <a:pt x="5517" y="2353"/>
                    <a:pt x="5544" y="2448"/>
                    <a:pt x="5639" y="2487"/>
                  </a:cubicBezTo>
                  <a:cubicBezTo>
                    <a:pt x="5640" y="2487"/>
                    <a:pt x="5641" y="2489"/>
                    <a:pt x="5641" y="2491"/>
                  </a:cubicBezTo>
                  <a:cubicBezTo>
                    <a:pt x="5622" y="2536"/>
                    <a:pt x="5662" y="2533"/>
                    <a:pt x="5685" y="2540"/>
                  </a:cubicBezTo>
                  <a:cubicBezTo>
                    <a:pt x="5748" y="2557"/>
                    <a:pt x="5812" y="2569"/>
                    <a:pt x="5877" y="2575"/>
                  </a:cubicBezTo>
                  <a:cubicBezTo>
                    <a:pt x="5885" y="2576"/>
                    <a:pt x="5894" y="2580"/>
                    <a:pt x="5901" y="2580"/>
                  </a:cubicBezTo>
                  <a:cubicBezTo>
                    <a:pt x="5908" y="2580"/>
                    <a:pt x="5913" y="2576"/>
                    <a:pt x="5916" y="2565"/>
                  </a:cubicBezTo>
                  <a:cubicBezTo>
                    <a:pt x="5921" y="2544"/>
                    <a:pt x="5900" y="2539"/>
                    <a:pt x="5886" y="2530"/>
                  </a:cubicBezTo>
                  <a:cubicBezTo>
                    <a:pt x="5830" y="2496"/>
                    <a:pt x="5763" y="2507"/>
                    <a:pt x="5704" y="2484"/>
                  </a:cubicBezTo>
                  <a:cubicBezTo>
                    <a:pt x="5701" y="2483"/>
                    <a:pt x="5698" y="2483"/>
                    <a:pt x="5695" y="2483"/>
                  </a:cubicBezTo>
                  <a:cubicBezTo>
                    <a:pt x="5692" y="2483"/>
                    <a:pt x="5688" y="2483"/>
                    <a:pt x="5685" y="2483"/>
                  </a:cubicBezTo>
                  <a:cubicBezTo>
                    <a:pt x="5677" y="2483"/>
                    <a:pt x="5671" y="2482"/>
                    <a:pt x="5670" y="2473"/>
                  </a:cubicBezTo>
                  <a:cubicBezTo>
                    <a:pt x="5667" y="2453"/>
                    <a:pt x="5663" y="2430"/>
                    <a:pt x="5684" y="2414"/>
                  </a:cubicBezTo>
                  <a:cubicBezTo>
                    <a:pt x="5698" y="2402"/>
                    <a:pt x="5694" y="2393"/>
                    <a:pt x="5685" y="2378"/>
                  </a:cubicBezTo>
                  <a:cubicBezTo>
                    <a:pt x="5671" y="2352"/>
                    <a:pt x="5631" y="2361"/>
                    <a:pt x="5624" y="2343"/>
                  </a:cubicBezTo>
                  <a:cubicBezTo>
                    <a:pt x="5610" y="2306"/>
                    <a:pt x="5580" y="2287"/>
                    <a:pt x="5558" y="2261"/>
                  </a:cubicBezTo>
                  <a:lnTo>
                    <a:pt x="5558" y="2261"/>
                  </a:lnTo>
                  <a:cubicBezTo>
                    <a:pt x="5545" y="2250"/>
                    <a:pt x="5533" y="2239"/>
                    <a:pt x="5519" y="2229"/>
                  </a:cubicBezTo>
                  <a:cubicBezTo>
                    <a:pt x="5483" y="2202"/>
                    <a:pt x="5460" y="2158"/>
                    <a:pt x="5411" y="2146"/>
                  </a:cubicBezTo>
                  <a:cubicBezTo>
                    <a:pt x="5406" y="2145"/>
                    <a:pt x="5401" y="2145"/>
                    <a:pt x="5397" y="2145"/>
                  </a:cubicBezTo>
                  <a:moveTo>
                    <a:pt x="4397" y="2610"/>
                  </a:moveTo>
                  <a:cubicBezTo>
                    <a:pt x="4385" y="2610"/>
                    <a:pt x="4380" y="2619"/>
                    <a:pt x="4374" y="2629"/>
                  </a:cubicBezTo>
                  <a:cubicBezTo>
                    <a:pt x="4353" y="2666"/>
                    <a:pt x="4336" y="2707"/>
                    <a:pt x="4286" y="2717"/>
                  </a:cubicBezTo>
                  <a:cubicBezTo>
                    <a:pt x="4266" y="2721"/>
                    <a:pt x="4255" y="2735"/>
                    <a:pt x="4251" y="2756"/>
                  </a:cubicBezTo>
                  <a:cubicBezTo>
                    <a:pt x="4243" y="2804"/>
                    <a:pt x="4248" y="2852"/>
                    <a:pt x="4220" y="2898"/>
                  </a:cubicBezTo>
                  <a:cubicBezTo>
                    <a:pt x="4196" y="2940"/>
                    <a:pt x="4240" y="3014"/>
                    <a:pt x="4277" y="3014"/>
                  </a:cubicBezTo>
                  <a:cubicBezTo>
                    <a:pt x="4278" y="3015"/>
                    <a:pt x="4280" y="3015"/>
                    <a:pt x="4281" y="3015"/>
                  </a:cubicBezTo>
                  <a:cubicBezTo>
                    <a:pt x="4318" y="3015"/>
                    <a:pt x="4335" y="2989"/>
                    <a:pt x="4341" y="2960"/>
                  </a:cubicBezTo>
                  <a:cubicBezTo>
                    <a:pt x="4355" y="2893"/>
                    <a:pt x="4381" y="2832"/>
                    <a:pt x="4407" y="2770"/>
                  </a:cubicBezTo>
                  <a:cubicBezTo>
                    <a:pt x="4427" y="2722"/>
                    <a:pt x="4436" y="2677"/>
                    <a:pt x="4412" y="2630"/>
                  </a:cubicBezTo>
                  <a:cubicBezTo>
                    <a:pt x="4408" y="2622"/>
                    <a:pt x="4410" y="2610"/>
                    <a:pt x="4397" y="2610"/>
                  </a:cubicBezTo>
                  <a:moveTo>
                    <a:pt x="6390" y="960"/>
                  </a:moveTo>
                  <a:cubicBezTo>
                    <a:pt x="6384" y="960"/>
                    <a:pt x="6379" y="961"/>
                    <a:pt x="6381" y="965"/>
                  </a:cubicBezTo>
                  <a:cubicBezTo>
                    <a:pt x="6394" y="1001"/>
                    <a:pt x="6367" y="1046"/>
                    <a:pt x="6403" y="1072"/>
                  </a:cubicBezTo>
                  <a:cubicBezTo>
                    <a:pt x="6434" y="1094"/>
                    <a:pt x="6430" y="1126"/>
                    <a:pt x="6440" y="1152"/>
                  </a:cubicBezTo>
                  <a:cubicBezTo>
                    <a:pt x="6438" y="1166"/>
                    <a:pt x="6438" y="1187"/>
                    <a:pt x="6428" y="1187"/>
                  </a:cubicBezTo>
                  <a:cubicBezTo>
                    <a:pt x="6427" y="1187"/>
                    <a:pt x="6426" y="1187"/>
                    <a:pt x="6424" y="1186"/>
                  </a:cubicBezTo>
                  <a:cubicBezTo>
                    <a:pt x="6418" y="1184"/>
                    <a:pt x="6413" y="1182"/>
                    <a:pt x="6409" y="1182"/>
                  </a:cubicBezTo>
                  <a:cubicBezTo>
                    <a:pt x="6395" y="1182"/>
                    <a:pt x="6393" y="1195"/>
                    <a:pt x="6392" y="1207"/>
                  </a:cubicBezTo>
                  <a:cubicBezTo>
                    <a:pt x="6390" y="1224"/>
                    <a:pt x="6382" y="1230"/>
                    <a:pt x="6368" y="1233"/>
                  </a:cubicBezTo>
                  <a:cubicBezTo>
                    <a:pt x="6284" y="1252"/>
                    <a:pt x="6266" y="1292"/>
                    <a:pt x="6308" y="1362"/>
                  </a:cubicBezTo>
                  <a:cubicBezTo>
                    <a:pt x="6312" y="1369"/>
                    <a:pt x="6315" y="1380"/>
                    <a:pt x="6325" y="1380"/>
                  </a:cubicBezTo>
                  <a:cubicBezTo>
                    <a:pt x="6326" y="1380"/>
                    <a:pt x="6327" y="1379"/>
                    <a:pt x="6328" y="1379"/>
                  </a:cubicBezTo>
                  <a:cubicBezTo>
                    <a:pt x="6342" y="1377"/>
                    <a:pt x="6346" y="1367"/>
                    <a:pt x="6349" y="1355"/>
                  </a:cubicBezTo>
                  <a:cubicBezTo>
                    <a:pt x="6352" y="1342"/>
                    <a:pt x="6349" y="1331"/>
                    <a:pt x="6367" y="1325"/>
                  </a:cubicBezTo>
                  <a:cubicBezTo>
                    <a:pt x="6408" y="1310"/>
                    <a:pt x="6449" y="1291"/>
                    <a:pt x="6490" y="1275"/>
                  </a:cubicBezTo>
                  <a:cubicBezTo>
                    <a:pt x="6500" y="1271"/>
                    <a:pt x="6509" y="1267"/>
                    <a:pt x="6513" y="1256"/>
                  </a:cubicBezTo>
                  <a:cubicBezTo>
                    <a:pt x="6526" y="1218"/>
                    <a:pt x="6490" y="1104"/>
                    <a:pt x="6458" y="1078"/>
                  </a:cubicBezTo>
                  <a:cubicBezTo>
                    <a:pt x="6452" y="1073"/>
                    <a:pt x="6438" y="1074"/>
                    <a:pt x="6443" y="1063"/>
                  </a:cubicBezTo>
                  <a:cubicBezTo>
                    <a:pt x="6445" y="1060"/>
                    <a:pt x="6447" y="1059"/>
                    <a:pt x="6449" y="1059"/>
                  </a:cubicBezTo>
                  <a:cubicBezTo>
                    <a:pt x="6454" y="1059"/>
                    <a:pt x="6461" y="1064"/>
                    <a:pt x="6466" y="1064"/>
                  </a:cubicBezTo>
                  <a:cubicBezTo>
                    <a:pt x="6467" y="1064"/>
                    <a:pt x="6468" y="1064"/>
                    <a:pt x="6469" y="1064"/>
                  </a:cubicBezTo>
                  <a:cubicBezTo>
                    <a:pt x="6493" y="1064"/>
                    <a:pt x="6516" y="1051"/>
                    <a:pt x="6525" y="1033"/>
                  </a:cubicBezTo>
                  <a:cubicBezTo>
                    <a:pt x="6536" y="1013"/>
                    <a:pt x="6510" y="1001"/>
                    <a:pt x="6493" y="999"/>
                  </a:cubicBezTo>
                  <a:cubicBezTo>
                    <a:pt x="6463" y="996"/>
                    <a:pt x="6441" y="979"/>
                    <a:pt x="6416" y="966"/>
                  </a:cubicBezTo>
                  <a:cubicBezTo>
                    <a:pt x="6410" y="962"/>
                    <a:pt x="6398" y="960"/>
                    <a:pt x="6390" y="960"/>
                  </a:cubicBezTo>
                  <a:moveTo>
                    <a:pt x="7132" y="3315"/>
                  </a:moveTo>
                  <a:cubicBezTo>
                    <a:pt x="7130" y="3315"/>
                    <a:pt x="7128" y="3315"/>
                    <a:pt x="7125" y="3315"/>
                  </a:cubicBezTo>
                  <a:cubicBezTo>
                    <a:pt x="7107" y="3319"/>
                    <a:pt x="7109" y="3334"/>
                    <a:pt x="7112" y="3347"/>
                  </a:cubicBezTo>
                  <a:cubicBezTo>
                    <a:pt x="7122" y="3387"/>
                    <a:pt x="7112" y="3417"/>
                    <a:pt x="7075" y="3438"/>
                  </a:cubicBezTo>
                  <a:cubicBezTo>
                    <a:pt x="7064" y="3444"/>
                    <a:pt x="7059" y="3453"/>
                    <a:pt x="7065" y="3467"/>
                  </a:cubicBezTo>
                  <a:cubicBezTo>
                    <a:pt x="7072" y="3482"/>
                    <a:pt x="7059" y="3487"/>
                    <a:pt x="7051" y="3495"/>
                  </a:cubicBezTo>
                  <a:cubicBezTo>
                    <a:pt x="7048" y="3497"/>
                    <a:pt x="7046" y="3498"/>
                    <a:pt x="7043" y="3498"/>
                  </a:cubicBezTo>
                  <a:cubicBezTo>
                    <a:pt x="7039" y="3498"/>
                    <a:pt x="7035" y="3496"/>
                    <a:pt x="7033" y="3492"/>
                  </a:cubicBezTo>
                  <a:cubicBezTo>
                    <a:pt x="7026" y="3482"/>
                    <a:pt x="7020" y="3479"/>
                    <a:pt x="7013" y="3479"/>
                  </a:cubicBezTo>
                  <a:cubicBezTo>
                    <a:pt x="7005" y="3479"/>
                    <a:pt x="6996" y="3485"/>
                    <a:pt x="6987" y="3492"/>
                  </a:cubicBezTo>
                  <a:cubicBezTo>
                    <a:pt x="6956" y="3515"/>
                    <a:pt x="6931" y="3548"/>
                    <a:pt x="6892" y="3559"/>
                  </a:cubicBezTo>
                  <a:cubicBezTo>
                    <a:pt x="6841" y="3574"/>
                    <a:pt x="6800" y="3608"/>
                    <a:pt x="6752" y="3629"/>
                  </a:cubicBezTo>
                  <a:cubicBezTo>
                    <a:pt x="6737" y="3635"/>
                    <a:pt x="6731" y="3650"/>
                    <a:pt x="6749" y="3659"/>
                  </a:cubicBezTo>
                  <a:cubicBezTo>
                    <a:pt x="6763" y="3667"/>
                    <a:pt x="6780" y="3670"/>
                    <a:pt x="6798" y="3675"/>
                  </a:cubicBezTo>
                  <a:cubicBezTo>
                    <a:pt x="6829" y="3666"/>
                    <a:pt x="6857" y="3651"/>
                    <a:pt x="6882" y="3630"/>
                  </a:cubicBezTo>
                  <a:cubicBezTo>
                    <a:pt x="6931" y="3587"/>
                    <a:pt x="6990" y="3554"/>
                    <a:pt x="7047" y="3530"/>
                  </a:cubicBezTo>
                  <a:cubicBezTo>
                    <a:pt x="7099" y="3508"/>
                    <a:pt x="7136" y="3468"/>
                    <a:pt x="7187" y="3447"/>
                  </a:cubicBezTo>
                  <a:cubicBezTo>
                    <a:pt x="7199" y="3441"/>
                    <a:pt x="7211" y="3427"/>
                    <a:pt x="7207" y="3412"/>
                  </a:cubicBezTo>
                  <a:cubicBezTo>
                    <a:pt x="7205" y="3404"/>
                    <a:pt x="7202" y="3402"/>
                    <a:pt x="7198" y="3402"/>
                  </a:cubicBezTo>
                  <a:cubicBezTo>
                    <a:pt x="7192" y="3402"/>
                    <a:pt x="7185" y="3406"/>
                    <a:pt x="7179" y="3408"/>
                  </a:cubicBezTo>
                  <a:cubicBezTo>
                    <a:pt x="7178" y="3408"/>
                    <a:pt x="7178" y="3408"/>
                    <a:pt x="7177" y="3408"/>
                  </a:cubicBezTo>
                  <a:cubicBezTo>
                    <a:pt x="7171" y="3408"/>
                    <a:pt x="7167" y="3405"/>
                    <a:pt x="7169" y="3400"/>
                  </a:cubicBezTo>
                  <a:cubicBezTo>
                    <a:pt x="7176" y="3376"/>
                    <a:pt x="7156" y="3360"/>
                    <a:pt x="7155" y="3339"/>
                  </a:cubicBezTo>
                  <a:cubicBezTo>
                    <a:pt x="7154" y="3326"/>
                    <a:pt x="7146" y="3315"/>
                    <a:pt x="7132" y="3315"/>
                  </a:cubicBezTo>
                  <a:moveTo>
                    <a:pt x="6309" y="1976"/>
                  </a:moveTo>
                  <a:cubicBezTo>
                    <a:pt x="6304" y="1991"/>
                    <a:pt x="6302" y="2007"/>
                    <a:pt x="6283" y="2011"/>
                  </a:cubicBezTo>
                  <a:cubicBezTo>
                    <a:pt x="6283" y="2011"/>
                    <a:pt x="6283" y="2011"/>
                    <a:pt x="6283" y="2011"/>
                  </a:cubicBezTo>
                  <a:cubicBezTo>
                    <a:pt x="6279" y="2011"/>
                    <a:pt x="6274" y="2006"/>
                    <a:pt x="6274" y="2005"/>
                  </a:cubicBezTo>
                  <a:cubicBezTo>
                    <a:pt x="6275" y="1984"/>
                    <a:pt x="6293" y="1981"/>
                    <a:pt x="6309" y="1976"/>
                  </a:cubicBezTo>
                  <a:moveTo>
                    <a:pt x="6191" y="1725"/>
                  </a:moveTo>
                  <a:cubicBezTo>
                    <a:pt x="6184" y="1725"/>
                    <a:pt x="6175" y="1727"/>
                    <a:pt x="6167" y="1727"/>
                  </a:cubicBezTo>
                  <a:cubicBezTo>
                    <a:pt x="6166" y="1727"/>
                    <a:pt x="6166" y="1727"/>
                    <a:pt x="6165" y="1727"/>
                  </a:cubicBezTo>
                  <a:cubicBezTo>
                    <a:pt x="6164" y="1727"/>
                    <a:pt x="6164" y="1727"/>
                    <a:pt x="6164" y="1727"/>
                  </a:cubicBezTo>
                  <a:cubicBezTo>
                    <a:pt x="6154" y="1727"/>
                    <a:pt x="6144" y="1739"/>
                    <a:pt x="6147" y="1747"/>
                  </a:cubicBezTo>
                  <a:cubicBezTo>
                    <a:pt x="6163" y="1782"/>
                    <a:pt x="6131" y="1825"/>
                    <a:pt x="6166" y="1858"/>
                  </a:cubicBezTo>
                  <a:cubicBezTo>
                    <a:pt x="6170" y="1862"/>
                    <a:pt x="6166" y="1875"/>
                    <a:pt x="6170" y="1882"/>
                  </a:cubicBezTo>
                  <a:cubicBezTo>
                    <a:pt x="6178" y="1895"/>
                    <a:pt x="6181" y="1924"/>
                    <a:pt x="6195" y="1924"/>
                  </a:cubicBezTo>
                  <a:cubicBezTo>
                    <a:pt x="6198" y="1924"/>
                    <a:pt x="6202" y="1923"/>
                    <a:pt x="6206" y="1920"/>
                  </a:cubicBezTo>
                  <a:cubicBezTo>
                    <a:pt x="6217" y="1912"/>
                    <a:pt x="6225" y="1909"/>
                    <a:pt x="6233" y="1909"/>
                  </a:cubicBezTo>
                  <a:cubicBezTo>
                    <a:pt x="6243" y="1909"/>
                    <a:pt x="6251" y="1914"/>
                    <a:pt x="6262" y="1919"/>
                  </a:cubicBezTo>
                  <a:cubicBezTo>
                    <a:pt x="6269" y="1922"/>
                    <a:pt x="6276" y="1923"/>
                    <a:pt x="6277" y="1931"/>
                  </a:cubicBezTo>
                  <a:cubicBezTo>
                    <a:pt x="6277" y="1934"/>
                    <a:pt x="6274" y="1937"/>
                    <a:pt x="6272" y="1940"/>
                  </a:cubicBezTo>
                  <a:cubicBezTo>
                    <a:pt x="6267" y="1936"/>
                    <a:pt x="6262" y="1933"/>
                    <a:pt x="6257" y="1930"/>
                  </a:cubicBezTo>
                  <a:cubicBezTo>
                    <a:pt x="6251" y="1923"/>
                    <a:pt x="6243" y="1920"/>
                    <a:pt x="6234" y="1920"/>
                  </a:cubicBezTo>
                  <a:cubicBezTo>
                    <a:pt x="6231" y="1920"/>
                    <a:pt x="6228" y="1921"/>
                    <a:pt x="6225" y="1922"/>
                  </a:cubicBezTo>
                  <a:cubicBezTo>
                    <a:pt x="6210" y="1926"/>
                    <a:pt x="6215" y="1939"/>
                    <a:pt x="6215" y="1948"/>
                  </a:cubicBezTo>
                  <a:cubicBezTo>
                    <a:pt x="6213" y="1978"/>
                    <a:pt x="6252" y="2010"/>
                    <a:pt x="6249" y="2013"/>
                  </a:cubicBezTo>
                  <a:cubicBezTo>
                    <a:pt x="6209" y="2058"/>
                    <a:pt x="6240" y="2058"/>
                    <a:pt x="6275" y="2072"/>
                  </a:cubicBezTo>
                  <a:cubicBezTo>
                    <a:pt x="6286" y="2077"/>
                    <a:pt x="6296" y="2110"/>
                    <a:pt x="6321" y="2114"/>
                  </a:cubicBezTo>
                  <a:cubicBezTo>
                    <a:pt x="6323" y="2114"/>
                    <a:pt x="6325" y="2115"/>
                    <a:pt x="6326" y="2115"/>
                  </a:cubicBezTo>
                  <a:cubicBezTo>
                    <a:pt x="6349" y="2115"/>
                    <a:pt x="6345" y="2088"/>
                    <a:pt x="6353" y="2076"/>
                  </a:cubicBezTo>
                  <a:cubicBezTo>
                    <a:pt x="6371" y="2046"/>
                    <a:pt x="6351" y="2016"/>
                    <a:pt x="6340" y="1988"/>
                  </a:cubicBezTo>
                  <a:cubicBezTo>
                    <a:pt x="6336" y="1979"/>
                    <a:pt x="6329" y="1973"/>
                    <a:pt x="6320" y="1973"/>
                  </a:cubicBezTo>
                  <a:cubicBezTo>
                    <a:pt x="6317" y="1973"/>
                    <a:pt x="6313" y="1973"/>
                    <a:pt x="6309" y="1975"/>
                  </a:cubicBezTo>
                  <a:lnTo>
                    <a:pt x="6309" y="1975"/>
                  </a:lnTo>
                  <a:cubicBezTo>
                    <a:pt x="6319" y="1954"/>
                    <a:pt x="6340" y="1925"/>
                    <a:pt x="6314" y="1912"/>
                  </a:cubicBezTo>
                  <a:cubicBezTo>
                    <a:pt x="6280" y="1897"/>
                    <a:pt x="6273" y="1852"/>
                    <a:pt x="6230" y="1849"/>
                  </a:cubicBezTo>
                  <a:cubicBezTo>
                    <a:pt x="6217" y="1848"/>
                    <a:pt x="6205" y="1830"/>
                    <a:pt x="6216" y="1811"/>
                  </a:cubicBezTo>
                  <a:cubicBezTo>
                    <a:pt x="6233" y="1783"/>
                    <a:pt x="6217" y="1757"/>
                    <a:pt x="6207" y="1733"/>
                  </a:cubicBezTo>
                  <a:cubicBezTo>
                    <a:pt x="6204" y="1726"/>
                    <a:pt x="6198" y="1725"/>
                    <a:pt x="6191" y="1725"/>
                  </a:cubicBezTo>
                  <a:moveTo>
                    <a:pt x="6139" y="2265"/>
                  </a:moveTo>
                  <a:cubicBezTo>
                    <a:pt x="6135" y="2265"/>
                    <a:pt x="6132" y="2266"/>
                    <a:pt x="6129" y="2268"/>
                  </a:cubicBezTo>
                  <a:cubicBezTo>
                    <a:pt x="6122" y="2276"/>
                    <a:pt x="6113" y="2279"/>
                    <a:pt x="6105" y="2279"/>
                  </a:cubicBezTo>
                  <a:cubicBezTo>
                    <a:pt x="6097" y="2279"/>
                    <a:pt x="6089" y="2277"/>
                    <a:pt x="6081" y="2274"/>
                  </a:cubicBezTo>
                  <a:cubicBezTo>
                    <a:pt x="6070" y="2271"/>
                    <a:pt x="6060" y="2269"/>
                    <a:pt x="6052" y="2269"/>
                  </a:cubicBezTo>
                  <a:cubicBezTo>
                    <a:pt x="6018" y="2269"/>
                    <a:pt x="6005" y="2297"/>
                    <a:pt x="5993" y="2329"/>
                  </a:cubicBezTo>
                  <a:cubicBezTo>
                    <a:pt x="5975" y="2372"/>
                    <a:pt x="5966" y="2415"/>
                    <a:pt x="5987" y="2446"/>
                  </a:cubicBezTo>
                  <a:cubicBezTo>
                    <a:pt x="5988" y="2471"/>
                    <a:pt x="5986" y="2487"/>
                    <a:pt x="6004" y="2489"/>
                  </a:cubicBezTo>
                  <a:cubicBezTo>
                    <a:pt x="6006" y="2490"/>
                    <a:pt x="6007" y="2490"/>
                    <a:pt x="6008" y="2490"/>
                  </a:cubicBezTo>
                  <a:cubicBezTo>
                    <a:pt x="6021" y="2490"/>
                    <a:pt x="6030" y="2481"/>
                    <a:pt x="6034" y="2468"/>
                  </a:cubicBezTo>
                  <a:cubicBezTo>
                    <a:pt x="6035" y="2464"/>
                    <a:pt x="6034" y="2456"/>
                    <a:pt x="6038" y="2456"/>
                  </a:cubicBezTo>
                  <a:cubicBezTo>
                    <a:pt x="6039" y="2456"/>
                    <a:pt x="6041" y="2457"/>
                    <a:pt x="6043" y="2458"/>
                  </a:cubicBezTo>
                  <a:cubicBezTo>
                    <a:pt x="6049" y="2462"/>
                    <a:pt x="6055" y="2464"/>
                    <a:pt x="6060" y="2464"/>
                  </a:cubicBezTo>
                  <a:cubicBezTo>
                    <a:pt x="6071" y="2464"/>
                    <a:pt x="6080" y="2454"/>
                    <a:pt x="6088" y="2446"/>
                  </a:cubicBezTo>
                  <a:cubicBezTo>
                    <a:pt x="6100" y="2434"/>
                    <a:pt x="6086" y="2422"/>
                    <a:pt x="6081" y="2409"/>
                  </a:cubicBezTo>
                  <a:cubicBezTo>
                    <a:pt x="6076" y="2396"/>
                    <a:pt x="6058" y="2382"/>
                    <a:pt x="6083" y="2370"/>
                  </a:cubicBezTo>
                  <a:cubicBezTo>
                    <a:pt x="6096" y="2363"/>
                    <a:pt x="6118" y="2360"/>
                    <a:pt x="6109" y="2340"/>
                  </a:cubicBezTo>
                  <a:cubicBezTo>
                    <a:pt x="6104" y="2332"/>
                    <a:pt x="6098" y="2329"/>
                    <a:pt x="6091" y="2329"/>
                  </a:cubicBezTo>
                  <a:cubicBezTo>
                    <a:pt x="6082" y="2329"/>
                    <a:pt x="6071" y="2333"/>
                    <a:pt x="6062" y="2333"/>
                  </a:cubicBezTo>
                  <a:cubicBezTo>
                    <a:pt x="6055" y="2334"/>
                    <a:pt x="6048" y="2335"/>
                    <a:pt x="6042" y="2337"/>
                  </a:cubicBezTo>
                  <a:cubicBezTo>
                    <a:pt x="6042" y="2332"/>
                    <a:pt x="6039" y="2326"/>
                    <a:pt x="6042" y="2325"/>
                  </a:cubicBezTo>
                  <a:cubicBezTo>
                    <a:pt x="6048" y="2321"/>
                    <a:pt x="6055" y="2315"/>
                    <a:pt x="6062" y="2315"/>
                  </a:cubicBezTo>
                  <a:cubicBezTo>
                    <a:pt x="6079" y="2315"/>
                    <a:pt x="6097" y="2321"/>
                    <a:pt x="6114" y="2321"/>
                  </a:cubicBezTo>
                  <a:cubicBezTo>
                    <a:pt x="6136" y="2321"/>
                    <a:pt x="6146" y="2303"/>
                    <a:pt x="6156" y="2287"/>
                  </a:cubicBezTo>
                  <a:cubicBezTo>
                    <a:pt x="6161" y="2282"/>
                    <a:pt x="6159" y="2273"/>
                    <a:pt x="6152" y="2269"/>
                  </a:cubicBezTo>
                  <a:cubicBezTo>
                    <a:pt x="6148" y="2266"/>
                    <a:pt x="6143" y="2265"/>
                    <a:pt x="6139" y="2265"/>
                  </a:cubicBezTo>
                  <a:moveTo>
                    <a:pt x="4356" y="135"/>
                  </a:moveTo>
                  <a:cubicBezTo>
                    <a:pt x="4298" y="154"/>
                    <a:pt x="4229" y="142"/>
                    <a:pt x="4179" y="200"/>
                  </a:cubicBezTo>
                  <a:cubicBezTo>
                    <a:pt x="4148" y="235"/>
                    <a:pt x="4136" y="272"/>
                    <a:pt x="4161" y="283"/>
                  </a:cubicBezTo>
                  <a:cubicBezTo>
                    <a:pt x="4186" y="293"/>
                    <a:pt x="4213" y="299"/>
                    <a:pt x="4240" y="299"/>
                  </a:cubicBezTo>
                  <a:cubicBezTo>
                    <a:pt x="4241" y="300"/>
                    <a:pt x="4243" y="300"/>
                    <a:pt x="4244" y="300"/>
                  </a:cubicBezTo>
                  <a:cubicBezTo>
                    <a:pt x="4251" y="300"/>
                    <a:pt x="4259" y="298"/>
                    <a:pt x="4261" y="289"/>
                  </a:cubicBezTo>
                  <a:cubicBezTo>
                    <a:pt x="4264" y="277"/>
                    <a:pt x="4256" y="273"/>
                    <a:pt x="4248" y="269"/>
                  </a:cubicBezTo>
                  <a:cubicBezTo>
                    <a:pt x="4212" y="251"/>
                    <a:pt x="4225" y="234"/>
                    <a:pt x="4248" y="215"/>
                  </a:cubicBezTo>
                  <a:cubicBezTo>
                    <a:pt x="4282" y="189"/>
                    <a:pt x="4325" y="188"/>
                    <a:pt x="4363" y="172"/>
                  </a:cubicBezTo>
                  <a:cubicBezTo>
                    <a:pt x="4373" y="168"/>
                    <a:pt x="4391" y="174"/>
                    <a:pt x="4390" y="155"/>
                  </a:cubicBezTo>
                  <a:cubicBezTo>
                    <a:pt x="4388" y="135"/>
                    <a:pt x="4372" y="136"/>
                    <a:pt x="4356" y="135"/>
                  </a:cubicBezTo>
                  <a:moveTo>
                    <a:pt x="3511" y="75"/>
                  </a:moveTo>
                  <a:cubicBezTo>
                    <a:pt x="3488" y="75"/>
                    <a:pt x="3464" y="77"/>
                    <a:pt x="3442" y="78"/>
                  </a:cubicBezTo>
                  <a:cubicBezTo>
                    <a:pt x="3432" y="78"/>
                    <a:pt x="3422" y="80"/>
                    <a:pt x="3419" y="91"/>
                  </a:cubicBezTo>
                  <a:cubicBezTo>
                    <a:pt x="3416" y="101"/>
                    <a:pt x="3420" y="112"/>
                    <a:pt x="3429" y="116"/>
                  </a:cubicBezTo>
                  <a:cubicBezTo>
                    <a:pt x="3452" y="132"/>
                    <a:pt x="3476" y="145"/>
                    <a:pt x="3500" y="159"/>
                  </a:cubicBezTo>
                  <a:cubicBezTo>
                    <a:pt x="3506" y="163"/>
                    <a:pt x="3512" y="165"/>
                    <a:pt x="3517" y="165"/>
                  </a:cubicBezTo>
                  <a:cubicBezTo>
                    <a:pt x="3524" y="165"/>
                    <a:pt x="3531" y="160"/>
                    <a:pt x="3537" y="150"/>
                  </a:cubicBezTo>
                  <a:cubicBezTo>
                    <a:pt x="3543" y="142"/>
                    <a:pt x="3550" y="128"/>
                    <a:pt x="3560" y="128"/>
                  </a:cubicBezTo>
                  <a:cubicBezTo>
                    <a:pt x="3563" y="128"/>
                    <a:pt x="3567" y="129"/>
                    <a:pt x="3570" y="132"/>
                  </a:cubicBezTo>
                  <a:cubicBezTo>
                    <a:pt x="3586" y="146"/>
                    <a:pt x="3603" y="146"/>
                    <a:pt x="3620" y="148"/>
                  </a:cubicBezTo>
                  <a:cubicBezTo>
                    <a:pt x="3625" y="149"/>
                    <a:pt x="3632" y="151"/>
                    <a:pt x="3638" y="151"/>
                  </a:cubicBezTo>
                  <a:cubicBezTo>
                    <a:pt x="3645" y="151"/>
                    <a:pt x="3650" y="148"/>
                    <a:pt x="3652" y="138"/>
                  </a:cubicBezTo>
                  <a:cubicBezTo>
                    <a:pt x="3656" y="120"/>
                    <a:pt x="3639" y="117"/>
                    <a:pt x="3626" y="112"/>
                  </a:cubicBezTo>
                  <a:lnTo>
                    <a:pt x="3576" y="87"/>
                  </a:lnTo>
                  <a:cubicBezTo>
                    <a:pt x="3555" y="77"/>
                    <a:pt x="3533" y="75"/>
                    <a:pt x="3511" y="75"/>
                  </a:cubicBezTo>
                  <a:moveTo>
                    <a:pt x="3033" y="675"/>
                  </a:moveTo>
                  <a:cubicBezTo>
                    <a:pt x="3033" y="675"/>
                    <a:pt x="3032" y="675"/>
                    <a:pt x="3032" y="675"/>
                  </a:cubicBezTo>
                  <a:cubicBezTo>
                    <a:pt x="3005" y="676"/>
                    <a:pt x="2966" y="737"/>
                    <a:pt x="2969" y="773"/>
                  </a:cubicBezTo>
                  <a:cubicBezTo>
                    <a:pt x="2969" y="785"/>
                    <a:pt x="2977" y="794"/>
                    <a:pt x="2987" y="795"/>
                  </a:cubicBezTo>
                  <a:cubicBezTo>
                    <a:pt x="3033" y="793"/>
                    <a:pt x="3071" y="753"/>
                    <a:pt x="3068" y="708"/>
                  </a:cubicBezTo>
                  <a:cubicBezTo>
                    <a:pt x="3067" y="687"/>
                    <a:pt x="3052" y="675"/>
                    <a:pt x="3033" y="675"/>
                  </a:cubicBezTo>
                  <a:moveTo>
                    <a:pt x="6126" y="2557"/>
                  </a:moveTo>
                  <a:lnTo>
                    <a:pt x="6126" y="2557"/>
                  </a:lnTo>
                  <a:cubicBezTo>
                    <a:pt x="6125" y="2557"/>
                    <a:pt x="6125" y="2557"/>
                    <a:pt x="6125" y="2557"/>
                  </a:cubicBezTo>
                  <a:lnTo>
                    <a:pt x="6125" y="2557"/>
                  </a:lnTo>
                  <a:cubicBezTo>
                    <a:pt x="6125" y="2557"/>
                    <a:pt x="6125" y="2558"/>
                    <a:pt x="6125" y="2558"/>
                  </a:cubicBezTo>
                  <a:lnTo>
                    <a:pt x="6126" y="2557"/>
                  </a:lnTo>
                  <a:close/>
                  <a:moveTo>
                    <a:pt x="6074" y="2535"/>
                  </a:moveTo>
                  <a:cubicBezTo>
                    <a:pt x="6048" y="2535"/>
                    <a:pt x="6021" y="2537"/>
                    <a:pt x="5997" y="2550"/>
                  </a:cubicBezTo>
                  <a:cubicBezTo>
                    <a:pt x="5991" y="2553"/>
                    <a:pt x="5988" y="2555"/>
                    <a:pt x="5986" y="2555"/>
                  </a:cubicBezTo>
                  <a:cubicBezTo>
                    <a:pt x="5983" y="2555"/>
                    <a:pt x="5981" y="2553"/>
                    <a:pt x="5977" y="2548"/>
                  </a:cubicBezTo>
                  <a:cubicBezTo>
                    <a:pt x="5970" y="2539"/>
                    <a:pt x="5962" y="2536"/>
                    <a:pt x="5955" y="2536"/>
                  </a:cubicBezTo>
                  <a:cubicBezTo>
                    <a:pt x="5942" y="2536"/>
                    <a:pt x="5929" y="2547"/>
                    <a:pt x="5917" y="2553"/>
                  </a:cubicBezTo>
                  <a:cubicBezTo>
                    <a:pt x="5906" y="2558"/>
                    <a:pt x="5910" y="2578"/>
                    <a:pt x="5918" y="2578"/>
                  </a:cubicBezTo>
                  <a:cubicBezTo>
                    <a:pt x="5918" y="2578"/>
                    <a:pt x="5918" y="2578"/>
                    <a:pt x="5918" y="2578"/>
                  </a:cubicBezTo>
                  <a:cubicBezTo>
                    <a:pt x="5919" y="2578"/>
                    <a:pt x="5921" y="2578"/>
                    <a:pt x="5922" y="2578"/>
                  </a:cubicBezTo>
                  <a:cubicBezTo>
                    <a:pt x="5955" y="2578"/>
                    <a:pt x="5971" y="2610"/>
                    <a:pt x="5997" y="2622"/>
                  </a:cubicBezTo>
                  <a:cubicBezTo>
                    <a:pt x="6002" y="2623"/>
                    <a:pt x="6006" y="2625"/>
                    <a:pt x="6009" y="2625"/>
                  </a:cubicBezTo>
                  <a:cubicBezTo>
                    <a:pt x="6020" y="2625"/>
                    <a:pt x="6028" y="2615"/>
                    <a:pt x="6025" y="2597"/>
                  </a:cubicBezTo>
                  <a:cubicBezTo>
                    <a:pt x="6024" y="2586"/>
                    <a:pt x="6024" y="2583"/>
                    <a:pt x="6036" y="2581"/>
                  </a:cubicBezTo>
                  <a:cubicBezTo>
                    <a:pt x="6066" y="2574"/>
                    <a:pt x="6096" y="2565"/>
                    <a:pt x="6125" y="2557"/>
                  </a:cubicBezTo>
                  <a:lnTo>
                    <a:pt x="6125" y="2557"/>
                  </a:lnTo>
                  <a:cubicBezTo>
                    <a:pt x="6129" y="2549"/>
                    <a:pt x="6131" y="2536"/>
                    <a:pt x="6121" y="2536"/>
                  </a:cubicBezTo>
                  <a:cubicBezTo>
                    <a:pt x="6106" y="2536"/>
                    <a:pt x="6090" y="2535"/>
                    <a:pt x="6074" y="2535"/>
                  </a:cubicBezTo>
                  <a:moveTo>
                    <a:pt x="5615" y="165"/>
                  </a:moveTo>
                  <a:cubicBezTo>
                    <a:pt x="5604" y="168"/>
                    <a:pt x="5597" y="170"/>
                    <a:pt x="5590" y="172"/>
                  </a:cubicBezTo>
                  <a:cubicBezTo>
                    <a:pt x="5588" y="172"/>
                    <a:pt x="5585" y="172"/>
                    <a:pt x="5583" y="172"/>
                  </a:cubicBezTo>
                  <a:cubicBezTo>
                    <a:pt x="5578" y="172"/>
                    <a:pt x="5572" y="172"/>
                    <a:pt x="5567" y="172"/>
                  </a:cubicBezTo>
                  <a:cubicBezTo>
                    <a:pt x="5555" y="172"/>
                    <a:pt x="5546" y="175"/>
                    <a:pt x="5548" y="193"/>
                  </a:cubicBezTo>
                  <a:cubicBezTo>
                    <a:pt x="5550" y="210"/>
                    <a:pt x="5562" y="213"/>
                    <a:pt x="5575" y="213"/>
                  </a:cubicBezTo>
                  <a:cubicBezTo>
                    <a:pt x="5583" y="213"/>
                    <a:pt x="5591" y="212"/>
                    <a:pt x="5598" y="212"/>
                  </a:cubicBezTo>
                  <a:cubicBezTo>
                    <a:pt x="5628" y="212"/>
                    <a:pt x="5657" y="209"/>
                    <a:pt x="5687" y="209"/>
                  </a:cubicBezTo>
                  <a:cubicBezTo>
                    <a:pt x="5717" y="209"/>
                    <a:pt x="5746" y="212"/>
                    <a:pt x="5776" y="223"/>
                  </a:cubicBezTo>
                  <a:cubicBezTo>
                    <a:pt x="5779" y="224"/>
                    <a:pt x="5783" y="225"/>
                    <a:pt x="5786" y="225"/>
                  </a:cubicBezTo>
                  <a:cubicBezTo>
                    <a:pt x="5798" y="225"/>
                    <a:pt x="5808" y="218"/>
                    <a:pt x="5811" y="206"/>
                  </a:cubicBezTo>
                  <a:cubicBezTo>
                    <a:pt x="5816" y="187"/>
                    <a:pt x="5797" y="185"/>
                    <a:pt x="5785" y="181"/>
                  </a:cubicBezTo>
                  <a:cubicBezTo>
                    <a:pt x="5771" y="176"/>
                    <a:pt x="5757" y="175"/>
                    <a:pt x="5742" y="175"/>
                  </a:cubicBezTo>
                  <a:cubicBezTo>
                    <a:pt x="5719" y="175"/>
                    <a:pt x="5695" y="179"/>
                    <a:pt x="5672" y="179"/>
                  </a:cubicBezTo>
                  <a:cubicBezTo>
                    <a:pt x="5652" y="179"/>
                    <a:pt x="5633" y="176"/>
                    <a:pt x="5615" y="165"/>
                  </a:cubicBezTo>
                  <a:moveTo>
                    <a:pt x="6435" y="3480"/>
                  </a:moveTo>
                  <a:cubicBezTo>
                    <a:pt x="6421" y="3480"/>
                    <a:pt x="6405" y="3493"/>
                    <a:pt x="6391" y="3493"/>
                  </a:cubicBezTo>
                  <a:cubicBezTo>
                    <a:pt x="6386" y="3493"/>
                    <a:pt x="6381" y="3490"/>
                    <a:pt x="6377" y="3483"/>
                  </a:cubicBezTo>
                  <a:cubicBezTo>
                    <a:pt x="6326" y="3490"/>
                    <a:pt x="6341" y="3533"/>
                    <a:pt x="6332" y="3559"/>
                  </a:cubicBezTo>
                  <a:cubicBezTo>
                    <a:pt x="6327" y="3573"/>
                    <a:pt x="6341" y="3584"/>
                    <a:pt x="6357" y="3584"/>
                  </a:cubicBezTo>
                  <a:cubicBezTo>
                    <a:pt x="6358" y="3584"/>
                    <a:pt x="6358" y="3584"/>
                    <a:pt x="6358" y="3584"/>
                  </a:cubicBezTo>
                  <a:cubicBezTo>
                    <a:pt x="6387" y="3584"/>
                    <a:pt x="6461" y="3523"/>
                    <a:pt x="6455" y="3501"/>
                  </a:cubicBezTo>
                  <a:cubicBezTo>
                    <a:pt x="6450" y="3485"/>
                    <a:pt x="6443" y="3480"/>
                    <a:pt x="6435" y="3480"/>
                  </a:cubicBezTo>
                  <a:moveTo>
                    <a:pt x="5168" y="1980"/>
                  </a:moveTo>
                  <a:lnTo>
                    <a:pt x="5164" y="1983"/>
                  </a:lnTo>
                  <a:cubicBezTo>
                    <a:pt x="5158" y="2018"/>
                    <a:pt x="5156" y="2052"/>
                    <a:pt x="5164" y="2086"/>
                  </a:cubicBezTo>
                  <a:cubicBezTo>
                    <a:pt x="5168" y="2102"/>
                    <a:pt x="5174" y="2115"/>
                    <a:pt x="5188" y="2115"/>
                  </a:cubicBezTo>
                  <a:cubicBezTo>
                    <a:pt x="5190" y="2115"/>
                    <a:pt x="5192" y="2114"/>
                    <a:pt x="5194" y="2114"/>
                  </a:cubicBezTo>
                  <a:cubicBezTo>
                    <a:pt x="5212" y="2111"/>
                    <a:pt x="5231" y="2096"/>
                    <a:pt x="5227" y="2078"/>
                  </a:cubicBezTo>
                  <a:cubicBezTo>
                    <a:pt x="5219" y="2038"/>
                    <a:pt x="5204" y="1999"/>
                    <a:pt x="5168" y="1980"/>
                  </a:cubicBezTo>
                  <a:moveTo>
                    <a:pt x="4715" y="60"/>
                  </a:moveTo>
                  <a:cubicBezTo>
                    <a:pt x="4705" y="60"/>
                    <a:pt x="4696" y="68"/>
                    <a:pt x="4693" y="78"/>
                  </a:cubicBezTo>
                  <a:cubicBezTo>
                    <a:pt x="4691" y="85"/>
                    <a:pt x="4695" y="92"/>
                    <a:pt x="4703" y="93"/>
                  </a:cubicBezTo>
                  <a:cubicBezTo>
                    <a:pt x="4737" y="102"/>
                    <a:pt x="4771" y="111"/>
                    <a:pt x="4801" y="120"/>
                  </a:cubicBezTo>
                  <a:cubicBezTo>
                    <a:pt x="4817" y="119"/>
                    <a:pt x="4829" y="119"/>
                    <a:pt x="4836" y="108"/>
                  </a:cubicBezTo>
                  <a:cubicBezTo>
                    <a:pt x="4841" y="102"/>
                    <a:pt x="4838" y="93"/>
                    <a:pt x="4832" y="92"/>
                  </a:cubicBezTo>
                  <a:cubicBezTo>
                    <a:pt x="4793" y="83"/>
                    <a:pt x="4757" y="60"/>
                    <a:pt x="4716" y="60"/>
                  </a:cubicBezTo>
                  <a:cubicBezTo>
                    <a:pt x="4716" y="60"/>
                    <a:pt x="4715" y="60"/>
                    <a:pt x="4715" y="60"/>
                  </a:cubicBezTo>
                  <a:moveTo>
                    <a:pt x="3585" y="60"/>
                  </a:moveTo>
                  <a:cubicBezTo>
                    <a:pt x="3576" y="60"/>
                    <a:pt x="3567" y="64"/>
                    <a:pt x="3566" y="78"/>
                  </a:cubicBezTo>
                  <a:cubicBezTo>
                    <a:pt x="3566" y="83"/>
                    <a:pt x="3571" y="88"/>
                    <a:pt x="3573" y="93"/>
                  </a:cubicBezTo>
                  <a:lnTo>
                    <a:pt x="3625" y="120"/>
                  </a:lnTo>
                  <a:cubicBezTo>
                    <a:pt x="3628" y="119"/>
                    <a:pt x="3630" y="119"/>
                    <a:pt x="3633" y="119"/>
                  </a:cubicBezTo>
                  <a:cubicBezTo>
                    <a:pt x="3636" y="119"/>
                    <a:pt x="3638" y="119"/>
                    <a:pt x="3641" y="119"/>
                  </a:cubicBezTo>
                  <a:cubicBezTo>
                    <a:pt x="3659" y="117"/>
                    <a:pt x="3686" y="116"/>
                    <a:pt x="3681" y="94"/>
                  </a:cubicBezTo>
                  <a:cubicBezTo>
                    <a:pt x="3674" y="68"/>
                    <a:pt x="3657" y="65"/>
                    <a:pt x="3638" y="65"/>
                  </a:cubicBezTo>
                  <a:cubicBezTo>
                    <a:pt x="3632" y="65"/>
                    <a:pt x="3625" y="65"/>
                    <a:pt x="3619" y="65"/>
                  </a:cubicBezTo>
                  <a:cubicBezTo>
                    <a:pt x="3611" y="65"/>
                    <a:pt x="3603" y="64"/>
                    <a:pt x="3596" y="62"/>
                  </a:cubicBezTo>
                  <a:cubicBezTo>
                    <a:pt x="3593" y="61"/>
                    <a:pt x="3589" y="60"/>
                    <a:pt x="3585" y="60"/>
                  </a:cubicBezTo>
                  <a:moveTo>
                    <a:pt x="6181" y="2550"/>
                  </a:moveTo>
                  <a:cubicBezTo>
                    <a:pt x="6179" y="2550"/>
                    <a:pt x="6176" y="2550"/>
                    <a:pt x="6174" y="2550"/>
                  </a:cubicBezTo>
                  <a:cubicBezTo>
                    <a:pt x="6156" y="2555"/>
                    <a:pt x="6139" y="2560"/>
                    <a:pt x="6121" y="2565"/>
                  </a:cubicBezTo>
                  <a:lnTo>
                    <a:pt x="6122" y="2565"/>
                  </a:lnTo>
                  <a:cubicBezTo>
                    <a:pt x="6115" y="2570"/>
                    <a:pt x="6107" y="2575"/>
                    <a:pt x="6100" y="2579"/>
                  </a:cubicBezTo>
                  <a:cubicBezTo>
                    <a:pt x="6082" y="2586"/>
                    <a:pt x="6071" y="2601"/>
                    <a:pt x="6079" y="2615"/>
                  </a:cubicBezTo>
                  <a:cubicBezTo>
                    <a:pt x="6083" y="2622"/>
                    <a:pt x="6088" y="2625"/>
                    <a:pt x="6093" y="2625"/>
                  </a:cubicBezTo>
                  <a:cubicBezTo>
                    <a:pt x="6102" y="2625"/>
                    <a:pt x="6111" y="2618"/>
                    <a:pt x="6119" y="2614"/>
                  </a:cubicBezTo>
                  <a:cubicBezTo>
                    <a:pt x="6138" y="2601"/>
                    <a:pt x="6160" y="2591"/>
                    <a:pt x="6183" y="2585"/>
                  </a:cubicBezTo>
                  <a:cubicBezTo>
                    <a:pt x="6193" y="2582"/>
                    <a:pt x="6206" y="2577"/>
                    <a:pt x="6203" y="2564"/>
                  </a:cubicBezTo>
                  <a:cubicBezTo>
                    <a:pt x="6200" y="2555"/>
                    <a:pt x="6191" y="2550"/>
                    <a:pt x="6181" y="2550"/>
                  </a:cubicBezTo>
                  <a:moveTo>
                    <a:pt x="6158" y="1545"/>
                  </a:moveTo>
                  <a:cubicBezTo>
                    <a:pt x="6158" y="1545"/>
                    <a:pt x="6157" y="1545"/>
                    <a:pt x="6157" y="1545"/>
                  </a:cubicBezTo>
                  <a:cubicBezTo>
                    <a:pt x="6121" y="1546"/>
                    <a:pt x="6122" y="1576"/>
                    <a:pt x="6119" y="1599"/>
                  </a:cubicBezTo>
                  <a:cubicBezTo>
                    <a:pt x="6116" y="1618"/>
                    <a:pt x="6129" y="1635"/>
                    <a:pt x="6150" y="1635"/>
                  </a:cubicBezTo>
                  <a:cubicBezTo>
                    <a:pt x="6151" y="1635"/>
                    <a:pt x="6152" y="1635"/>
                    <a:pt x="6153" y="1635"/>
                  </a:cubicBezTo>
                  <a:cubicBezTo>
                    <a:pt x="6191" y="1633"/>
                    <a:pt x="6170" y="1602"/>
                    <a:pt x="6180" y="1588"/>
                  </a:cubicBezTo>
                  <a:cubicBezTo>
                    <a:pt x="6177" y="1570"/>
                    <a:pt x="6186" y="1545"/>
                    <a:pt x="6158" y="1545"/>
                  </a:cubicBezTo>
                  <a:moveTo>
                    <a:pt x="6175" y="1935"/>
                  </a:moveTo>
                  <a:cubicBezTo>
                    <a:pt x="6170" y="1935"/>
                    <a:pt x="6165" y="1937"/>
                    <a:pt x="6162" y="1942"/>
                  </a:cubicBezTo>
                  <a:cubicBezTo>
                    <a:pt x="6153" y="1967"/>
                    <a:pt x="6138" y="1985"/>
                    <a:pt x="6123" y="2005"/>
                  </a:cubicBezTo>
                  <a:cubicBezTo>
                    <a:pt x="6117" y="2012"/>
                    <a:pt x="6116" y="2023"/>
                    <a:pt x="6121" y="2031"/>
                  </a:cubicBezTo>
                  <a:cubicBezTo>
                    <a:pt x="6124" y="2036"/>
                    <a:pt x="6128" y="2040"/>
                    <a:pt x="6133" y="2040"/>
                  </a:cubicBezTo>
                  <a:cubicBezTo>
                    <a:pt x="6135" y="2040"/>
                    <a:pt x="6137" y="2039"/>
                    <a:pt x="6139" y="2037"/>
                  </a:cubicBezTo>
                  <a:cubicBezTo>
                    <a:pt x="6161" y="2019"/>
                    <a:pt x="6184" y="2000"/>
                    <a:pt x="6191" y="1974"/>
                  </a:cubicBezTo>
                  <a:cubicBezTo>
                    <a:pt x="6190" y="1955"/>
                    <a:pt x="6188" y="1941"/>
                    <a:pt x="6175" y="1935"/>
                  </a:cubicBezTo>
                  <a:moveTo>
                    <a:pt x="3992" y="62"/>
                  </a:moveTo>
                  <a:cubicBezTo>
                    <a:pt x="3979" y="65"/>
                    <a:pt x="3959" y="60"/>
                    <a:pt x="3957" y="77"/>
                  </a:cubicBezTo>
                  <a:cubicBezTo>
                    <a:pt x="3956" y="93"/>
                    <a:pt x="3975" y="93"/>
                    <a:pt x="3987" y="97"/>
                  </a:cubicBezTo>
                  <a:cubicBezTo>
                    <a:pt x="3997" y="99"/>
                    <a:pt x="4008" y="102"/>
                    <a:pt x="4018" y="103"/>
                  </a:cubicBezTo>
                  <a:cubicBezTo>
                    <a:pt x="4024" y="104"/>
                    <a:pt x="4031" y="105"/>
                    <a:pt x="4037" y="105"/>
                  </a:cubicBezTo>
                  <a:cubicBezTo>
                    <a:pt x="4047" y="105"/>
                    <a:pt x="4057" y="101"/>
                    <a:pt x="4058" y="87"/>
                  </a:cubicBezTo>
                  <a:cubicBezTo>
                    <a:pt x="4061" y="68"/>
                    <a:pt x="4040" y="69"/>
                    <a:pt x="4025" y="67"/>
                  </a:cubicBezTo>
                  <a:lnTo>
                    <a:pt x="3992" y="62"/>
                  </a:lnTo>
                  <a:close/>
                  <a:moveTo>
                    <a:pt x="7060" y="2895"/>
                  </a:moveTo>
                  <a:cubicBezTo>
                    <a:pt x="7052" y="2895"/>
                    <a:pt x="7046" y="2902"/>
                    <a:pt x="7047" y="2911"/>
                  </a:cubicBezTo>
                  <a:cubicBezTo>
                    <a:pt x="7053" y="2941"/>
                    <a:pt x="7074" y="2960"/>
                    <a:pt x="7104" y="2969"/>
                  </a:cubicBezTo>
                  <a:cubicBezTo>
                    <a:pt x="7105" y="2969"/>
                    <a:pt x="7106" y="2970"/>
                    <a:pt x="7108" y="2970"/>
                  </a:cubicBezTo>
                  <a:cubicBezTo>
                    <a:pt x="7115" y="2970"/>
                    <a:pt x="7120" y="2963"/>
                    <a:pt x="7121" y="2951"/>
                  </a:cubicBezTo>
                  <a:cubicBezTo>
                    <a:pt x="7105" y="2932"/>
                    <a:pt x="7095" y="2905"/>
                    <a:pt x="7065" y="2895"/>
                  </a:cubicBezTo>
                  <a:cubicBezTo>
                    <a:pt x="7063" y="2895"/>
                    <a:pt x="7062" y="2895"/>
                    <a:pt x="7060" y="2895"/>
                  </a:cubicBezTo>
                  <a:moveTo>
                    <a:pt x="6408" y="2205"/>
                  </a:moveTo>
                  <a:cubicBezTo>
                    <a:pt x="6407" y="2205"/>
                    <a:pt x="6406" y="2205"/>
                    <a:pt x="6406" y="2205"/>
                  </a:cubicBezTo>
                  <a:cubicBezTo>
                    <a:pt x="6379" y="2207"/>
                    <a:pt x="6372" y="2227"/>
                    <a:pt x="6372" y="2245"/>
                  </a:cubicBezTo>
                  <a:cubicBezTo>
                    <a:pt x="6371" y="2260"/>
                    <a:pt x="6376" y="2280"/>
                    <a:pt x="6397" y="2280"/>
                  </a:cubicBezTo>
                  <a:cubicBezTo>
                    <a:pt x="6398" y="2280"/>
                    <a:pt x="6399" y="2280"/>
                    <a:pt x="6400" y="2279"/>
                  </a:cubicBezTo>
                  <a:cubicBezTo>
                    <a:pt x="6446" y="2274"/>
                    <a:pt x="6417" y="2246"/>
                    <a:pt x="6417" y="2231"/>
                  </a:cubicBezTo>
                  <a:cubicBezTo>
                    <a:pt x="6420" y="2217"/>
                    <a:pt x="6422" y="2205"/>
                    <a:pt x="6408" y="2205"/>
                  </a:cubicBezTo>
                  <a:moveTo>
                    <a:pt x="4156" y="46"/>
                  </a:moveTo>
                  <a:cubicBezTo>
                    <a:pt x="4153" y="46"/>
                    <a:pt x="4150" y="46"/>
                    <a:pt x="4147" y="47"/>
                  </a:cubicBezTo>
                  <a:cubicBezTo>
                    <a:pt x="4128" y="54"/>
                    <a:pt x="4096" y="45"/>
                    <a:pt x="4093" y="78"/>
                  </a:cubicBezTo>
                  <a:cubicBezTo>
                    <a:pt x="4091" y="98"/>
                    <a:pt x="4116" y="97"/>
                    <a:pt x="4133" y="98"/>
                  </a:cubicBezTo>
                  <a:cubicBezTo>
                    <a:pt x="4150" y="91"/>
                    <a:pt x="4179" y="105"/>
                    <a:pt x="4180" y="69"/>
                  </a:cubicBezTo>
                  <a:cubicBezTo>
                    <a:pt x="4181" y="53"/>
                    <a:pt x="4168" y="46"/>
                    <a:pt x="4156" y="46"/>
                  </a:cubicBezTo>
                  <a:moveTo>
                    <a:pt x="6465" y="273"/>
                  </a:moveTo>
                  <a:cubicBezTo>
                    <a:pt x="6462" y="274"/>
                    <a:pt x="6460" y="274"/>
                    <a:pt x="6456" y="274"/>
                  </a:cubicBezTo>
                  <a:cubicBezTo>
                    <a:pt x="6454" y="274"/>
                    <a:pt x="6451" y="274"/>
                    <a:pt x="6448" y="274"/>
                  </a:cubicBezTo>
                  <a:cubicBezTo>
                    <a:pt x="6439" y="274"/>
                    <a:pt x="6432" y="276"/>
                    <a:pt x="6431" y="291"/>
                  </a:cubicBezTo>
                  <a:cubicBezTo>
                    <a:pt x="6431" y="312"/>
                    <a:pt x="6445" y="314"/>
                    <a:pt x="6459" y="314"/>
                  </a:cubicBezTo>
                  <a:cubicBezTo>
                    <a:pt x="6462" y="314"/>
                    <a:pt x="6465" y="314"/>
                    <a:pt x="6467" y="314"/>
                  </a:cubicBezTo>
                  <a:cubicBezTo>
                    <a:pt x="6468" y="314"/>
                    <a:pt x="6469" y="314"/>
                    <a:pt x="6470" y="314"/>
                  </a:cubicBezTo>
                  <a:cubicBezTo>
                    <a:pt x="6473" y="314"/>
                    <a:pt x="6476" y="315"/>
                    <a:pt x="6479" y="315"/>
                  </a:cubicBezTo>
                  <a:cubicBezTo>
                    <a:pt x="6492" y="315"/>
                    <a:pt x="6506" y="312"/>
                    <a:pt x="6505" y="295"/>
                  </a:cubicBezTo>
                  <a:cubicBezTo>
                    <a:pt x="6505" y="270"/>
                    <a:pt x="6482" y="275"/>
                    <a:pt x="6465" y="273"/>
                  </a:cubicBezTo>
                  <a:moveTo>
                    <a:pt x="4901" y="90"/>
                  </a:moveTo>
                  <a:cubicBezTo>
                    <a:pt x="4878" y="90"/>
                    <a:pt x="4863" y="101"/>
                    <a:pt x="4859" y="120"/>
                  </a:cubicBezTo>
                  <a:cubicBezTo>
                    <a:pt x="4856" y="128"/>
                    <a:pt x="4865" y="135"/>
                    <a:pt x="4874" y="135"/>
                  </a:cubicBezTo>
                  <a:cubicBezTo>
                    <a:pt x="4875" y="135"/>
                    <a:pt x="4877" y="134"/>
                    <a:pt x="4879" y="134"/>
                  </a:cubicBezTo>
                  <a:cubicBezTo>
                    <a:pt x="4900" y="125"/>
                    <a:pt x="4934" y="132"/>
                    <a:pt x="4941" y="109"/>
                  </a:cubicBezTo>
                  <a:cubicBezTo>
                    <a:pt x="4946" y="95"/>
                    <a:pt x="4921" y="90"/>
                    <a:pt x="4904" y="90"/>
                  </a:cubicBezTo>
                  <a:cubicBezTo>
                    <a:pt x="4903" y="90"/>
                    <a:pt x="4902" y="90"/>
                    <a:pt x="4901" y="90"/>
                  </a:cubicBezTo>
                  <a:moveTo>
                    <a:pt x="6230" y="2387"/>
                  </a:moveTo>
                  <a:cubicBezTo>
                    <a:pt x="6216" y="2387"/>
                    <a:pt x="6206" y="2397"/>
                    <a:pt x="6208" y="2409"/>
                  </a:cubicBezTo>
                  <a:cubicBezTo>
                    <a:pt x="6210" y="2428"/>
                    <a:pt x="6223" y="2429"/>
                    <a:pt x="6236" y="2429"/>
                  </a:cubicBezTo>
                  <a:cubicBezTo>
                    <a:pt x="6238" y="2429"/>
                    <a:pt x="6239" y="2429"/>
                    <a:pt x="6241" y="2429"/>
                  </a:cubicBezTo>
                  <a:cubicBezTo>
                    <a:pt x="6245" y="2429"/>
                    <a:pt x="6249" y="2429"/>
                    <a:pt x="6253" y="2430"/>
                  </a:cubicBezTo>
                  <a:cubicBezTo>
                    <a:pt x="6256" y="2428"/>
                    <a:pt x="6261" y="2427"/>
                    <a:pt x="6266" y="2427"/>
                  </a:cubicBezTo>
                  <a:cubicBezTo>
                    <a:pt x="6270" y="2427"/>
                    <a:pt x="6274" y="2428"/>
                    <a:pt x="6278" y="2428"/>
                  </a:cubicBezTo>
                  <a:cubicBezTo>
                    <a:pt x="6288" y="2428"/>
                    <a:pt x="6296" y="2426"/>
                    <a:pt x="6294" y="2412"/>
                  </a:cubicBezTo>
                  <a:cubicBezTo>
                    <a:pt x="6289" y="2385"/>
                    <a:pt x="6256" y="2390"/>
                    <a:pt x="6234" y="2387"/>
                  </a:cubicBezTo>
                  <a:cubicBezTo>
                    <a:pt x="6232" y="2387"/>
                    <a:pt x="6231" y="2387"/>
                    <a:pt x="6230" y="2387"/>
                  </a:cubicBezTo>
                  <a:moveTo>
                    <a:pt x="4240" y="63"/>
                  </a:moveTo>
                  <a:cubicBezTo>
                    <a:pt x="4237" y="63"/>
                    <a:pt x="4235" y="63"/>
                    <a:pt x="4233" y="63"/>
                  </a:cubicBezTo>
                  <a:cubicBezTo>
                    <a:pt x="4220" y="65"/>
                    <a:pt x="4199" y="60"/>
                    <a:pt x="4197" y="77"/>
                  </a:cubicBezTo>
                  <a:cubicBezTo>
                    <a:pt x="4196" y="87"/>
                    <a:pt x="4209" y="89"/>
                    <a:pt x="4221" y="90"/>
                  </a:cubicBezTo>
                  <a:cubicBezTo>
                    <a:pt x="4234" y="86"/>
                    <a:pt x="4253" y="89"/>
                    <a:pt x="4255" y="73"/>
                  </a:cubicBezTo>
                  <a:cubicBezTo>
                    <a:pt x="4256" y="65"/>
                    <a:pt x="4248" y="63"/>
                    <a:pt x="4240" y="63"/>
                  </a:cubicBezTo>
                  <a:moveTo>
                    <a:pt x="2409" y="60"/>
                  </a:moveTo>
                  <a:lnTo>
                    <a:pt x="2409" y="60"/>
                  </a:lnTo>
                  <a:lnTo>
                    <a:pt x="2410" y="60"/>
                  </a:lnTo>
                  <a:lnTo>
                    <a:pt x="2411" y="60"/>
                  </a:lnTo>
                  <a:lnTo>
                    <a:pt x="2409" y="60"/>
                  </a:lnTo>
                  <a:close/>
                  <a:moveTo>
                    <a:pt x="1886" y="164"/>
                  </a:moveTo>
                  <a:lnTo>
                    <a:pt x="1886" y="165"/>
                  </a:lnTo>
                  <a:lnTo>
                    <a:pt x="1886" y="165"/>
                  </a:lnTo>
                  <a:lnTo>
                    <a:pt x="1886" y="164"/>
                  </a:lnTo>
                  <a:lnTo>
                    <a:pt x="1886" y="164"/>
                  </a:lnTo>
                  <a:close/>
                  <a:moveTo>
                    <a:pt x="2459" y="56"/>
                  </a:moveTo>
                  <a:cubicBezTo>
                    <a:pt x="2461" y="56"/>
                    <a:pt x="2463" y="56"/>
                    <a:pt x="2465" y="56"/>
                  </a:cubicBezTo>
                  <a:cubicBezTo>
                    <a:pt x="2467" y="57"/>
                    <a:pt x="2468" y="57"/>
                    <a:pt x="2469" y="57"/>
                  </a:cubicBezTo>
                  <a:lnTo>
                    <a:pt x="2417" y="69"/>
                  </a:lnTo>
                  <a:lnTo>
                    <a:pt x="2417" y="69"/>
                  </a:lnTo>
                  <a:cubicBezTo>
                    <a:pt x="2431" y="63"/>
                    <a:pt x="2444" y="56"/>
                    <a:pt x="2459" y="56"/>
                  </a:cubicBezTo>
                  <a:moveTo>
                    <a:pt x="2414" y="70"/>
                  </a:moveTo>
                  <a:lnTo>
                    <a:pt x="2414" y="71"/>
                  </a:lnTo>
                  <a:lnTo>
                    <a:pt x="2413" y="71"/>
                  </a:lnTo>
                  <a:lnTo>
                    <a:pt x="2414" y="70"/>
                  </a:lnTo>
                  <a:lnTo>
                    <a:pt x="2414" y="70"/>
                  </a:lnTo>
                  <a:close/>
                  <a:moveTo>
                    <a:pt x="1732" y="240"/>
                  </a:moveTo>
                  <a:cubicBezTo>
                    <a:pt x="1737" y="240"/>
                    <a:pt x="1742" y="242"/>
                    <a:pt x="1748" y="249"/>
                  </a:cubicBezTo>
                  <a:cubicBezTo>
                    <a:pt x="1753" y="248"/>
                    <a:pt x="1758" y="247"/>
                    <a:pt x="1764" y="247"/>
                  </a:cubicBezTo>
                  <a:cubicBezTo>
                    <a:pt x="1767" y="247"/>
                    <a:pt x="1770" y="248"/>
                    <a:pt x="1773" y="248"/>
                  </a:cubicBezTo>
                  <a:cubicBezTo>
                    <a:pt x="1774" y="248"/>
                    <a:pt x="1776" y="248"/>
                    <a:pt x="1777" y="248"/>
                  </a:cubicBezTo>
                  <a:cubicBezTo>
                    <a:pt x="1786" y="248"/>
                    <a:pt x="1797" y="245"/>
                    <a:pt x="1806" y="245"/>
                  </a:cubicBezTo>
                  <a:cubicBezTo>
                    <a:pt x="1819" y="245"/>
                    <a:pt x="1828" y="252"/>
                    <a:pt x="1815" y="283"/>
                  </a:cubicBezTo>
                  <a:cubicBezTo>
                    <a:pt x="1813" y="290"/>
                    <a:pt x="1819" y="298"/>
                    <a:pt x="1827" y="301"/>
                  </a:cubicBezTo>
                  <a:cubicBezTo>
                    <a:pt x="1834" y="302"/>
                    <a:pt x="1841" y="304"/>
                    <a:pt x="1848" y="304"/>
                  </a:cubicBezTo>
                  <a:cubicBezTo>
                    <a:pt x="1840" y="314"/>
                    <a:pt x="1832" y="327"/>
                    <a:pt x="1821" y="334"/>
                  </a:cubicBezTo>
                  <a:cubicBezTo>
                    <a:pt x="1819" y="336"/>
                    <a:pt x="1817" y="337"/>
                    <a:pt x="1815" y="337"/>
                  </a:cubicBezTo>
                  <a:cubicBezTo>
                    <a:pt x="1807" y="337"/>
                    <a:pt x="1800" y="328"/>
                    <a:pt x="1794" y="327"/>
                  </a:cubicBezTo>
                  <a:cubicBezTo>
                    <a:pt x="1751" y="315"/>
                    <a:pt x="1756" y="278"/>
                    <a:pt x="1748" y="249"/>
                  </a:cubicBezTo>
                  <a:lnTo>
                    <a:pt x="1706" y="254"/>
                  </a:lnTo>
                  <a:cubicBezTo>
                    <a:pt x="1714" y="248"/>
                    <a:pt x="1722" y="240"/>
                    <a:pt x="1732" y="240"/>
                  </a:cubicBezTo>
                  <a:moveTo>
                    <a:pt x="1308" y="328"/>
                  </a:moveTo>
                  <a:cubicBezTo>
                    <a:pt x="1310" y="328"/>
                    <a:pt x="1311" y="328"/>
                    <a:pt x="1312" y="328"/>
                  </a:cubicBezTo>
                  <a:cubicBezTo>
                    <a:pt x="1317" y="333"/>
                    <a:pt x="1324" y="339"/>
                    <a:pt x="1331" y="344"/>
                  </a:cubicBezTo>
                  <a:cubicBezTo>
                    <a:pt x="1326" y="348"/>
                    <a:pt x="1321" y="351"/>
                    <a:pt x="1316" y="353"/>
                  </a:cubicBezTo>
                  <a:cubicBezTo>
                    <a:pt x="1315" y="353"/>
                    <a:pt x="1314" y="353"/>
                    <a:pt x="1313" y="353"/>
                  </a:cubicBezTo>
                  <a:cubicBezTo>
                    <a:pt x="1302" y="353"/>
                    <a:pt x="1306" y="342"/>
                    <a:pt x="1303" y="335"/>
                  </a:cubicBezTo>
                  <a:cubicBezTo>
                    <a:pt x="1300" y="330"/>
                    <a:pt x="1302" y="328"/>
                    <a:pt x="1308" y="328"/>
                  </a:cubicBezTo>
                  <a:moveTo>
                    <a:pt x="1407" y="330"/>
                  </a:moveTo>
                  <a:cubicBezTo>
                    <a:pt x="1409" y="330"/>
                    <a:pt x="1410" y="330"/>
                    <a:pt x="1411" y="331"/>
                  </a:cubicBezTo>
                  <a:lnTo>
                    <a:pt x="1385" y="361"/>
                  </a:lnTo>
                  <a:lnTo>
                    <a:pt x="1369" y="346"/>
                  </a:lnTo>
                  <a:cubicBezTo>
                    <a:pt x="1381" y="341"/>
                    <a:pt x="1392" y="335"/>
                    <a:pt x="1404" y="331"/>
                  </a:cubicBezTo>
                  <a:cubicBezTo>
                    <a:pt x="1405" y="330"/>
                    <a:pt x="1406" y="330"/>
                    <a:pt x="1407" y="330"/>
                  </a:cubicBezTo>
                  <a:moveTo>
                    <a:pt x="2955" y="15"/>
                  </a:moveTo>
                  <a:cubicBezTo>
                    <a:pt x="2839" y="15"/>
                    <a:pt x="2722" y="33"/>
                    <a:pt x="2606" y="41"/>
                  </a:cubicBezTo>
                  <a:cubicBezTo>
                    <a:pt x="2576" y="42"/>
                    <a:pt x="2547" y="39"/>
                    <a:pt x="2517" y="46"/>
                  </a:cubicBezTo>
                  <a:cubicBezTo>
                    <a:pt x="2516" y="46"/>
                    <a:pt x="2516" y="46"/>
                    <a:pt x="2516" y="46"/>
                  </a:cubicBezTo>
                  <a:cubicBezTo>
                    <a:pt x="2508" y="46"/>
                    <a:pt x="2488" y="22"/>
                    <a:pt x="2465" y="21"/>
                  </a:cubicBezTo>
                  <a:cubicBezTo>
                    <a:pt x="2441" y="19"/>
                    <a:pt x="2418" y="18"/>
                    <a:pt x="2394" y="18"/>
                  </a:cubicBezTo>
                  <a:cubicBezTo>
                    <a:pt x="2315" y="18"/>
                    <a:pt x="2237" y="26"/>
                    <a:pt x="2158" y="33"/>
                  </a:cubicBezTo>
                  <a:cubicBezTo>
                    <a:pt x="2110" y="37"/>
                    <a:pt x="2064" y="56"/>
                    <a:pt x="2014" y="56"/>
                  </a:cubicBezTo>
                  <a:cubicBezTo>
                    <a:pt x="2007" y="56"/>
                    <a:pt x="2000" y="55"/>
                    <a:pt x="1993" y="55"/>
                  </a:cubicBezTo>
                  <a:cubicBezTo>
                    <a:pt x="1989" y="54"/>
                    <a:pt x="1984" y="54"/>
                    <a:pt x="1980" y="54"/>
                  </a:cubicBezTo>
                  <a:cubicBezTo>
                    <a:pt x="1958" y="54"/>
                    <a:pt x="1934" y="61"/>
                    <a:pt x="1923" y="82"/>
                  </a:cubicBezTo>
                  <a:cubicBezTo>
                    <a:pt x="1912" y="102"/>
                    <a:pt x="1932" y="119"/>
                    <a:pt x="1948" y="134"/>
                  </a:cubicBezTo>
                  <a:cubicBezTo>
                    <a:pt x="1955" y="140"/>
                    <a:pt x="1955" y="153"/>
                    <a:pt x="1958" y="163"/>
                  </a:cubicBezTo>
                  <a:cubicBezTo>
                    <a:pt x="1958" y="163"/>
                    <a:pt x="1957" y="163"/>
                    <a:pt x="1957" y="163"/>
                  </a:cubicBezTo>
                  <a:cubicBezTo>
                    <a:pt x="1953" y="163"/>
                    <a:pt x="1949" y="163"/>
                    <a:pt x="1945" y="163"/>
                  </a:cubicBezTo>
                  <a:cubicBezTo>
                    <a:pt x="1942" y="163"/>
                    <a:pt x="1940" y="163"/>
                    <a:pt x="1938" y="161"/>
                  </a:cubicBezTo>
                  <a:cubicBezTo>
                    <a:pt x="1931" y="155"/>
                    <a:pt x="1925" y="153"/>
                    <a:pt x="1919" y="153"/>
                  </a:cubicBezTo>
                  <a:cubicBezTo>
                    <a:pt x="1909" y="153"/>
                    <a:pt x="1901" y="159"/>
                    <a:pt x="1891" y="165"/>
                  </a:cubicBezTo>
                  <a:lnTo>
                    <a:pt x="1891" y="165"/>
                  </a:lnTo>
                  <a:lnTo>
                    <a:pt x="1891" y="165"/>
                  </a:lnTo>
                  <a:cubicBezTo>
                    <a:pt x="1884" y="174"/>
                    <a:pt x="1866" y="177"/>
                    <a:pt x="1871" y="192"/>
                  </a:cubicBezTo>
                  <a:cubicBezTo>
                    <a:pt x="1876" y="207"/>
                    <a:pt x="1893" y="207"/>
                    <a:pt x="1907" y="209"/>
                  </a:cubicBezTo>
                  <a:lnTo>
                    <a:pt x="1915" y="209"/>
                  </a:lnTo>
                  <a:lnTo>
                    <a:pt x="1953" y="215"/>
                  </a:lnTo>
                  <a:cubicBezTo>
                    <a:pt x="1947" y="217"/>
                    <a:pt x="1941" y="219"/>
                    <a:pt x="1934" y="219"/>
                  </a:cubicBezTo>
                  <a:cubicBezTo>
                    <a:pt x="1928" y="218"/>
                    <a:pt x="1923" y="214"/>
                    <a:pt x="1917" y="212"/>
                  </a:cubicBezTo>
                  <a:cubicBezTo>
                    <a:pt x="1914" y="211"/>
                    <a:pt x="1911" y="211"/>
                    <a:pt x="1907" y="211"/>
                  </a:cubicBezTo>
                  <a:cubicBezTo>
                    <a:pt x="1893" y="211"/>
                    <a:pt x="1881" y="219"/>
                    <a:pt x="1867" y="220"/>
                  </a:cubicBezTo>
                  <a:cubicBezTo>
                    <a:pt x="1867" y="220"/>
                    <a:pt x="1866" y="220"/>
                    <a:pt x="1866" y="220"/>
                  </a:cubicBezTo>
                  <a:cubicBezTo>
                    <a:pt x="1860" y="220"/>
                    <a:pt x="1846" y="206"/>
                    <a:pt x="1847" y="201"/>
                  </a:cubicBezTo>
                  <a:cubicBezTo>
                    <a:pt x="1851" y="177"/>
                    <a:pt x="1869" y="168"/>
                    <a:pt x="1891" y="165"/>
                  </a:cubicBezTo>
                  <a:lnTo>
                    <a:pt x="1891" y="165"/>
                  </a:lnTo>
                  <a:cubicBezTo>
                    <a:pt x="1892" y="154"/>
                    <a:pt x="1895" y="143"/>
                    <a:pt x="1898" y="132"/>
                  </a:cubicBezTo>
                  <a:cubicBezTo>
                    <a:pt x="1901" y="125"/>
                    <a:pt x="1910" y="117"/>
                    <a:pt x="1902" y="109"/>
                  </a:cubicBezTo>
                  <a:cubicBezTo>
                    <a:pt x="1895" y="102"/>
                    <a:pt x="1886" y="100"/>
                    <a:pt x="1877" y="100"/>
                  </a:cubicBezTo>
                  <a:cubicBezTo>
                    <a:pt x="1870" y="100"/>
                    <a:pt x="1863" y="101"/>
                    <a:pt x="1857" y="101"/>
                  </a:cubicBezTo>
                  <a:cubicBezTo>
                    <a:pt x="1847" y="103"/>
                    <a:pt x="1842" y="109"/>
                    <a:pt x="1841" y="120"/>
                  </a:cubicBezTo>
                  <a:cubicBezTo>
                    <a:pt x="1838" y="147"/>
                    <a:pt x="1827" y="168"/>
                    <a:pt x="1797" y="174"/>
                  </a:cubicBezTo>
                  <a:cubicBezTo>
                    <a:pt x="1794" y="176"/>
                    <a:pt x="1792" y="178"/>
                    <a:pt x="1790" y="181"/>
                  </a:cubicBezTo>
                  <a:cubicBezTo>
                    <a:pt x="1793" y="187"/>
                    <a:pt x="1796" y="193"/>
                    <a:pt x="1801" y="198"/>
                  </a:cubicBezTo>
                  <a:cubicBezTo>
                    <a:pt x="1806" y="201"/>
                    <a:pt x="1812" y="204"/>
                    <a:pt x="1818" y="205"/>
                  </a:cubicBezTo>
                  <a:cubicBezTo>
                    <a:pt x="1814" y="204"/>
                    <a:pt x="1811" y="204"/>
                    <a:pt x="1808" y="204"/>
                  </a:cubicBezTo>
                  <a:cubicBezTo>
                    <a:pt x="1804" y="204"/>
                    <a:pt x="1801" y="204"/>
                    <a:pt x="1797" y="205"/>
                  </a:cubicBezTo>
                  <a:cubicBezTo>
                    <a:pt x="1787" y="207"/>
                    <a:pt x="1777" y="208"/>
                    <a:pt x="1767" y="208"/>
                  </a:cubicBezTo>
                  <a:cubicBezTo>
                    <a:pt x="1743" y="208"/>
                    <a:pt x="1718" y="203"/>
                    <a:pt x="1694" y="203"/>
                  </a:cubicBezTo>
                  <a:cubicBezTo>
                    <a:pt x="1675" y="203"/>
                    <a:pt x="1656" y="206"/>
                    <a:pt x="1638" y="218"/>
                  </a:cubicBezTo>
                  <a:cubicBezTo>
                    <a:pt x="1629" y="224"/>
                    <a:pt x="1611" y="225"/>
                    <a:pt x="1614" y="237"/>
                  </a:cubicBezTo>
                  <a:cubicBezTo>
                    <a:pt x="1616" y="251"/>
                    <a:pt x="1626" y="264"/>
                    <a:pt x="1636" y="274"/>
                  </a:cubicBezTo>
                  <a:cubicBezTo>
                    <a:pt x="1639" y="277"/>
                    <a:pt x="1642" y="279"/>
                    <a:pt x="1646" y="279"/>
                  </a:cubicBezTo>
                  <a:cubicBezTo>
                    <a:pt x="1651" y="279"/>
                    <a:pt x="1657" y="276"/>
                    <a:pt x="1662" y="273"/>
                  </a:cubicBezTo>
                  <a:cubicBezTo>
                    <a:pt x="1675" y="265"/>
                    <a:pt x="1690" y="261"/>
                    <a:pt x="1704" y="255"/>
                  </a:cubicBezTo>
                  <a:lnTo>
                    <a:pt x="1704" y="255"/>
                  </a:lnTo>
                  <a:cubicBezTo>
                    <a:pt x="1677" y="292"/>
                    <a:pt x="1624" y="289"/>
                    <a:pt x="1596" y="316"/>
                  </a:cubicBezTo>
                  <a:cubicBezTo>
                    <a:pt x="1574" y="338"/>
                    <a:pt x="1553" y="345"/>
                    <a:pt x="1530" y="345"/>
                  </a:cubicBezTo>
                  <a:cubicBezTo>
                    <a:pt x="1521" y="345"/>
                    <a:pt x="1511" y="344"/>
                    <a:pt x="1501" y="342"/>
                  </a:cubicBezTo>
                  <a:cubicBezTo>
                    <a:pt x="1482" y="338"/>
                    <a:pt x="1463" y="329"/>
                    <a:pt x="1444" y="322"/>
                  </a:cubicBezTo>
                  <a:cubicBezTo>
                    <a:pt x="1450" y="317"/>
                    <a:pt x="1456" y="316"/>
                    <a:pt x="1461" y="316"/>
                  </a:cubicBezTo>
                  <a:cubicBezTo>
                    <a:pt x="1475" y="316"/>
                    <a:pt x="1487" y="327"/>
                    <a:pt x="1500" y="332"/>
                  </a:cubicBezTo>
                  <a:cubicBezTo>
                    <a:pt x="1504" y="334"/>
                    <a:pt x="1509" y="334"/>
                    <a:pt x="1513" y="334"/>
                  </a:cubicBezTo>
                  <a:cubicBezTo>
                    <a:pt x="1534" y="334"/>
                    <a:pt x="1548" y="315"/>
                    <a:pt x="1566" y="308"/>
                  </a:cubicBezTo>
                  <a:cubicBezTo>
                    <a:pt x="1582" y="302"/>
                    <a:pt x="1569" y="287"/>
                    <a:pt x="1563" y="276"/>
                  </a:cubicBezTo>
                  <a:cubicBezTo>
                    <a:pt x="1558" y="266"/>
                    <a:pt x="1570" y="260"/>
                    <a:pt x="1578" y="254"/>
                  </a:cubicBezTo>
                  <a:cubicBezTo>
                    <a:pt x="1588" y="248"/>
                    <a:pt x="1608" y="247"/>
                    <a:pt x="1601" y="229"/>
                  </a:cubicBezTo>
                  <a:cubicBezTo>
                    <a:pt x="1597" y="218"/>
                    <a:pt x="1589" y="217"/>
                    <a:pt x="1580" y="217"/>
                  </a:cubicBezTo>
                  <a:cubicBezTo>
                    <a:pt x="1576" y="217"/>
                    <a:pt x="1572" y="217"/>
                    <a:pt x="1568" y="217"/>
                  </a:cubicBezTo>
                  <a:cubicBezTo>
                    <a:pt x="1566" y="217"/>
                    <a:pt x="1564" y="217"/>
                    <a:pt x="1562" y="217"/>
                  </a:cubicBezTo>
                  <a:cubicBezTo>
                    <a:pt x="1561" y="216"/>
                    <a:pt x="1559" y="216"/>
                    <a:pt x="1557" y="216"/>
                  </a:cubicBezTo>
                  <a:cubicBezTo>
                    <a:pt x="1537" y="216"/>
                    <a:pt x="1521" y="230"/>
                    <a:pt x="1498" y="230"/>
                  </a:cubicBezTo>
                  <a:cubicBezTo>
                    <a:pt x="1496" y="230"/>
                    <a:pt x="1494" y="230"/>
                    <a:pt x="1492" y="230"/>
                  </a:cubicBezTo>
                  <a:cubicBezTo>
                    <a:pt x="1456" y="226"/>
                    <a:pt x="1430" y="207"/>
                    <a:pt x="1400" y="195"/>
                  </a:cubicBezTo>
                  <a:cubicBezTo>
                    <a:pt x="1381" y="188"/>
                    <a:pt x="1363" y="185"/>
                    <a:pt x="1346" y="185"/>
                  </a:cubicBezTo>
                  <a:cubicBezTo>
                    <a:pt x="1295" y="185"/>
                    <a:pt x="1249" y="211"/>
                    <a:pt x="1203" y="236"/>
                  </a:cubicBezTo>
                  <a:cubicBezTo>
                    <a:pt x="1192" y="243"/>
                    <a:pt x="1188" y="252"/>
                    <a:pt x="1193" y="265"/>
                  </a:cubicBezTo>
                  <a:cubicBezTo>
                    <a:pt x="1198" y="277"/>
                    <a:pt x="1203" y="285"/>
                    <a:pt x="1215" y="285"/>
                  </a:cubicBezTo>
                  <a:cubicBezTo>
                    <a:pt x="1216" y="285"/>
                    <a:pt x="1218" y="285"/>
                    <a:pt x="1220" y="284"/>
                  </a:cubicBezTo>
                  <a:lnTo>
                    <a:pt x="1282" y="273"/>
                  </a:lnTo>
                  <a:cubicBezTo>
                    <a:pt x="1285" y="273"/>
                    <a:pt x="1288" y="272"/>
                    <a:pt x="1292" y="271"/>
                  </a:cubicBezTo>
                  <a:lnTo>
                    <a:pt x="1292" y="271"/>
                  </a:lnTo>
                  <a:cubicBezTo>
                    <a:pt x="1292" y="274"/>
                    <a:pt x="1291" y="276"/>
                    <a:pt x="1291" y="279"/>
                  </a:cubicBezTo>
                  <a:cubicBezTo>
                    <a:pt x="1285" y="308"/>
                    <a:pt x="1273" y="324"/>
                    <a:pt x="1251" y="324"/>
                  </a:cubicBezTo>
                  <a:cubicBezTo>
                    <a:pt x="1243" y="324"/>
                    <a:pt x="1232" y="322"/>
                    <a:pt x="1220" y="316"/>
                  </a:cubicBezTo>
                  <a:cubicBezTo>
                    <a:pt x="1178" y="297"/>
                    <a:pt x="1136" y="291"/>
                    <a:pt x="1092" y="291"/>
                  </a:cubicBezTo>
                  <a:cubicBezTo>
                    <a:pt x="1068" y="291"/>
                    <a:pt x="1044" y="293"/>
                    <a:pt x="1019" y="296"/>
                  </a:cubicBezTo>
                  <a:cubicBezTo>
                    <a:pt x="981" y="301"/>
                    <a:pt x="944" y="324"/>
                    <a:pt x="906" y="324"/>
                  </a:cubicBezTo>
                  <a:cubicBezTo>
                    <a:pt x="897" y="324"/>
                    <a:pt x="887" y="322"/>
                    <a:pt x="878" y="319"/>
                  </a:cubicBezTo>
                  <a:cubicBezTo>
                    <a:pt x="834" y="304"/>
                    <a:pt x="789" y="294"/>
                    <a:pt x="743" y="289"/>
                  </a:cubicBezTo>
                  <a:cubicBezTo>
                    <a:pt x="693" y="284"/>
                    <a:pt x="644" y="271"/>
                    <a:pt x="593" y="271"/>
                  </a:cubicBezTo>
                  <a:cubicBezTo>
                    <a:pt x="573" y="271"/>
                    <a:pt x="552" y="273"/>
                    <a:pt x="531" y="278"/>
                  </a:cubicBezTo>
                  <a:cubicBezTo>
                    <a:pt x="474" y="293"/>
                    <a:pt x="419" y="323"/>
                    <a:pt x="358" y="323"/>
                  </a:cubicBezTo>
                  <a:cubicBezTo>
                    <a:pt x="352" y="323"/>
                    <a:pt x="346" y="323"/>
                    <a:pt x="340" y="322"/>
                  </a:cubicBezTo>
                  <a:cubicBezTo>
                    <a:pt x="339" y="322"/>
                    <a:pt x="338" y="322"/>
                    <a:pt x="338" y="322"/>
                  </a:cubicBezTo>
                  <a:cubicBezTo>
                    <a:pt x="325" y="322"/>
                    <a:pt x="317" y="332"/>
                    <a:pt x="321" y="349"/>
                  </a:cubicBezTo>
                  <a:cubicBezTo>
                    <a:pt x="325" y="368"/>
                    <a:pt x="321" y="384"/>
                    <a:pt x="305" y="384"/>
                  </a:cubicBezTo>
                  <a:cubicBezTo>
                    <a:pt x="301" y="384"/>
                    <a:pt x="295" y="383"/>
                    <a:pt x="289" y="380"/>
                  </a:cubicBezTo>
                  <a:cubicBezTo>
                    <a:pt x="279" y="376"/>
                    <a:pt x="270" y="374"/>
                    <a:pt x="261" y="374"/>
                  </a:cubicBezTo>
                  <a:cubicBezTo>
                    <a:pt x="238" y="374"/>
                    <a:pt x="218" y="387"/>
                    <a:pt x="197" y="398"/>
                  </a:cubicBezTo>
                  <a:cubicBezTo>
                    <a:pt x="186" y="404"/>
                    <a:pt x="179" y="415"/>
                    <a:pt x="184" y="429"/>
                  </a:cubicBezTo>
                  <a:cubicBezTo>
                    <a:pt x="188" y="439"/>
                    <a:pt x="195" y="442"/>
                    <a:pt x="205" y="442"/>
                  </a:cubicBezTo>
                  <a:cubicBezTo>
                    <a:pt x="207" y="442"/>
                    <a:pt x="210" y="442"/>
                    <a:pt x="213" y="441"/>
                  </a:cubicBezTo>
                  <a:cubicBezTo>
                    <a:pt x="220" y="440"/>
                    <a:pt x="227" y="440"/>
                    <a:pt x="234" y="440"/>
                  </a:cubicBezTo>
                  <a:cubicBezTo>
                    <a:pt x="237" y="440"/>
                    <a:pt x="239" y="440"/>
                    <a:pt x="241" y="440"/>
                  </a:cubicBezTo>
                  <a:cubicBezTo>
                    <a:pt x="242" y="440"/>
                    <a:pt x="243" y="440"/>
                    <a:pt x="243" y="440"/>
                  </a:cubicBezTo>
                  <a:cubicBezTo>
                    <a:pt x="249" y="440"/>
                    <a:pt x="256" y="438"/>
                    <a:pt x="261" y="438"/>
                  </a:cubicBezTo>
                  <a:cubicBezTo>
                    <a:pt x="266" y="438"/>
                    <a:pt x="269" y="440"/>
                    <a:pt x="269" y="444"/>
                  </a:cubicBezTo>
                  <a:cubicBezTo>
                    <a:pt x="269" y="455"/>
                    <a:pt x="256" y="458"/>
                    <a:pt x="245" y="458"/>
                  </a:cubicBezTo>
                  <a:cubicBezTo>
                    <a:pt x="243" y="458"/>
                    <a:pt x="241" y="458"/>
                    <a:pt x="239" y="458"/>
                  </a:cubicBezTo>
                  <a:cubicBezTo>
                    <a:pt x="234" y="457"/>
                    <a:pt x="229" y="457"/>
                    <a:pt x="224" y="457"/>
                  </a:cubicBezTo>
                  <a:cubicBezTo>
                    <a:pt x="170" y="457"/>
                    <a:pt x="126" y="489"/>
                    <a:pt x="79" y="510"/>
                  </a:cubicBezTo>
                  <a:cubicBezTo>
                    <a:pt x="41" y="528"/>
                    <a:pt x="70" y="556"/>
                    <a:pt x="68" y="578"/>
                  </a:cubicBezTo>
                  <a:cubicBezTo>
                    <a:pt x="68" y="588"/>
                    <a:pt x="73" y="591"/>
                    <a:pt x="79" y="591"/>
                  </a:cubicBezTo>
                  <a:cubicBezTo>
                    <a:pt x="85" y="591"/>
                    <a:pt x="92" y="588"/>
                    <a:pt x="97" y="588"/>
                  </a:cubicBezTo>
                  <a:cubicBezTo>
                    <a:pt x="103" y="588"/>
                    <a:pt x="108" y="592"/>
                    <a:pt x="113" y="595"/>
                  </a:cubicBezTo>
                  <a:cubicBezTo>
                    <a:pt x="110" y="599"/>
                    <a:pt x="105" y="602"/>
                    <a:pt x="100" y="606"/>
                  </a:cubicBezTo>
                  <a:cubicBezTo>
                    <a:pt x="77" y="615"/>
                    <a:pt x="52" y="623"/>
                    <a:pt x="29" y="633"/>
                  </a:cubicBezTo>
                  <a:cubicBezTo>
                    <a:pt x="19" y="637"/>
                    <a:pt x="11" y="647"/>
                    <a:pt x="16" y="658"/>
                  </a:cubicBezTo>
                  <a:cubicBezTo>
                    <a:pt x="19" y="664"/>
                    <a:pt x="22" y="665"/>
                    <a:pt x="26" y="665"/>
                  </a:cubicBezTo>
                  <a:cubicBezTo>
                    <a:pt x="31" y="665"/>
                    <a:pt x="37" y="663"/>
                    <a:pt x="42" y="662"/>
                  </a:cubicBezTo>
                  <a:cubicBezTo>
                    <a:pt x="67" y="655"/>
                    <a:pt x="95" y="652"/>
                    <a:pt x="118" y="640"/>
                  </a:cubicBezTo>
                  <a:cubicBezTo>
                    <a:pt x="127" y="635"/>
                    <a:pt x="136" y="634"/>
                    <a:pt x="145" y="634"/>
                  </a:cubicBezTo>
                  <a:cubicBezTo>
                    <a:pt x="161" y="634"/>
                    <a:pt x="177" y="638"/>
                    <a:pt x="192" y="638"/>
                  </a:cubicBezTo>
                  <a:cubicBezTo>
                    <a:pt x="205" y="638"/>
                    <a:pt x="217" y="635"/>
                    <a:pt x="228" y="624"/>
                  </a:cubicBezTo>
                  <a:cubicBezTo>
                    <a:pt x="241" y="612"/>
                    <a:pt x="253" y="600"/>
                    <a:pt x="266" y="588"/>
                  </a:cubicBezTo>
                  <a:cubicBezTo>
                    <a:pt x="276" y="579"/>
                    <a:pt x="286" y="576"/>
                    <a:pt x="297" y="576"/>
                  </a:cubicBezTo>
                  <a:cubicBezTo>
                    <a:pt x="310" y="576"/>
                    <a:pt x="325" y="580"/>
                    <a:pt x="339" y="580"/>
                  </a:cubicBezTo>
                  <a:cubicBezTo>
                    <a:pt x="345" y="580"/>
                    <a:pt x="351" y="580"/>
                    <a:pt x="357" y="577"/>
                  </a:cubicBezTo>
                  <a:cubicBezTo>
                    <a:pt x="385" y="567"/>
                    <a:pt x="413" y="550"/>
                    <a:pt x="444" y="550"/>
                  </a:cubicBezTo>
                  <a:cubicBezTo>
                    <a:pt x="457" y="550"/>
                    <a:pt x="470" y="552"/>
                    <a:pt x="485" y="560"/>
                  </a:cubicBezTo>
                  <a:cubicBezTo>
                    <a:pt x="521" y="578"/>
                    <a:pt x="571" y="576"/>
                    <a:pt x="564" y="638"/>
                  </a:cubicBezTo>
                  <a:cubicBezTo>
                    <a:pt x="562" y="648"/>
                    <a:pt x="567" y="665"/>
                    <a:pt x="575" y="672"/>
                  </a:cubicBezTo>
                  <a:cubicBezTo>
                    <a:pt x="609" y="700"/>
                    <a:pt x="606" y="754"/>
                    <a:pt x="595" y="768"/>
                  </a:cubicBezTo>
                  <a:cubicBezTo>
                    <a:pt x="566" y="806"/>
                    <a:pt x="577" y="834"/>
                    <a:pt x="589" y="869"/>
                  </a:cubicBezTo>
                  <a:cubicBezTo>
                    <a:pt x="593" y="880"/>
                    <a:pt x="585" y="896"/>
                    <a:pt x="579" y="908"/>
                  </a:cubicBezTo>
                  <a:cubicBezTo>
                    <a:pt x="551" y="966"/>
                    <a:pt x="498" y="1007"/>
                    <a:pt x="470" y="1066"/>
                  </a:cubicBezTo>
                  <a:cubicBezTo>
                    <a:pt x="450" y="1106"/>
                    <a:pt x="440" y="1241"/>
                    <a:pt x="473" y="1265"/>
                  </a:cubicBezTo>
                  <a:cubicBezTo>
                    <a:pt x="520" y="1300"/>
                    <a:pt x="512" y="1344"/>
                    <a:pt x="520" y="1389"/>
                  </a:cubicBezTo>
                  <a:cubicBezTo>
                    <a:pt x="525" y="1416"/>
                    <a:pt x="525" y="1461"/>
                    <a:pt x="532" y="1467"/>
                  </a:cubicBezTo>
                  <a:cubicBezTo>
                    <a:pt x="574" y="1500"/>
                    <a:pt x="571" y="1558"/>
                    <a:pt x="606" y="1593"/>
                  </a:cubicBezTo>
                  <a:cubicBezTo>
                    <a:pt x="613" y="1601"/>
                    <a:pt x="620" y="1605"/>
                    <a:pt x="628" y="1605"/>
                  </a:cubicBezTo>
                  <a:cubicBezTo>
                    <a:pt x="632" y="1605"/>
                    <a:pt x="636" y="1604"/>
                    <a:pt x="640" y="1602"/>
                  </a:cubicBezTo>
                  <a:cubicBezTo>
                    <a:pt x="653" y="1594"/>
                    <a:pt x="653" y="1580"/>
                    <a:pt x="645" y="1570"/>
                  </a:cubicBezTo>
                  <a:cubicBezTo>
                    <a:pt x="605" y="1515"/>
                    <a:pt x="609" y="1445"/>
                    <a:pt x="578" y="1387"/>
                  </a:cubicBezTo>
                  <a:cubicBezTo>
                    <a:pt x="575" y="1381"/>
                    <a:pt x="580" y="1371"/>
                    <a:pt x="582" y="1363"/>
                  </a:cubicBezTo>
                  <a:cubicBezTo>
                    <a:pt x="582" y="1362"/>
                    <a:pt x="587" y="1361"/>
                    <a:pt x="589" y="1361"/>
                  </a:cubicBezTo>
                  <a:cubicBezTo>
                    <a:pt x="590" y="1361"/>
                    <a:pt x="591" y="1361"/>
                    <a:pt x="591" y="1361"/>
                  </a:cubicBezTo>
                  <a:cubicBezTo>
                    <a:pt x="594" y="1368"/>
                    <a:pt x="599" y="1375"/>
                    <a:pt x="599" y="1383"/>
                  </a:cubicBezTo>
                  <a:cubicBezTo>
                    <a:pt x="599" y="1443"/>
                    <a:pt x="639" y="1489"/>
                    <a:pt x="666" y="1538"/>
                  </a:cubicBezTo>
                  <a:cubicBezTo>
                    <a:pt x="690" y="1581"/>
                    <a:pt x="732" y="1616"/>
                    <a:pt x="709" y="1674"/>
                  </a:cubicBezTo>
                  <a:cubicBezTo>
                    <a:pt x="704" y="1686"/>
                    <a:pt x="714" y="1694"/>
                    <a:pt x="723" y="1703"/>
                  </a:cubicBezTo>
                  <a:cubicBezTo>
                    <a:pt x="744" y="1725"/>
                    <a:pt x="772" y="1738"/>
                    <a:pt x="797" y="1755"/>
                  </a:cubicBezTo>
                  <a:cubicBezTo>
                    <a:pt x="839" y="1781"/>
                    <a:pt x="878" y="1813"/>
                    <a:pt x="928" y="1813"/>
                  </a:cubicBezTo>
                  <a:cubicBezTo>
                    <a:pt x="939" y="1813"/>
                    <a:pt x="951" y="1812"/>
                    <a:pt x="963" y="1808"/>
                  </a:cubicBezTo>
                  <a:cubicBezTo>
                    <a:pt x="966" y="1807"/>
                    <a:pt x="968" y="1806"/>
                    <a:pt x="970" y="1806"/>
                  </a:cubicBezTo>
                  <a:cubicBezTo>
                    <a:pt x="981" y="1806"/>
                    <a:pt x="987" y="1815"/>
                    <a:pt x="993" y="1824"/>
                  </a:cubicBezTo>
                  <a:cubicBezTo>
                    <a:pt x="1011" y="1853"/>
                    <a:pt x="1037" y="1868"/>
                    <a:pt x="1071" y="1876"/>
                  </a:cubicBezTo>
                  <a:cubicBezTo>
                    <a:pt x="1108" y="1885"/>
                    <a:pt x="1151" y="1895"/>
                    <a:pt x="1162" y="1936"/>
                  </a:cubicBezTo>
                  <a:cubicBezTo>
                    <a:pt x="1174" y="1979"/>
                    <a:pt x="1205" y="2004"/>
                    <a:pt x="1235" y="2024"/>
                  </a:cubicBezTo>
                  <a:cubicBezTo>
                    <a:pt x="1250" y="2034"/>
                    <a:pt x="1270" y="2060"/>
                    <a:pt x="1292" y="2060"/>
                  </a:cubicBezTo>
                  <a:cubicBezTo>
                    <a:pt x="1304" y="2060"/>
                    <a:pt x="1316" y="2052"/>
                    <a:pt x="1329" y="2028"/>
                  </a:cubicBezTo>
                  <a:cubicBezTo>
                    <a:pt x="1331" y="2023"/>
                    <a:pt x="1336" y="2019"/>
                    <a:pt x="1340" y="2019"/>
                  </a:cubicBezTo>
                  <a:cubicBezTo>
                    <a:pt x="1345" y="2019"/>
                    <a:pt x="1351" y="2023"/>
                    <a:pt x="1355" y="2033"/>
                  </a:cubicBezTo>
                  <a:cubicBezTo>
                    <a:pt x="1385" y="2106"/>
                    <a:pt x="1368" y="2170"/>
                    <a:pt x="1310" y="2226"/>
                  </a:cubicBezTo>
                  <a:cubicBezTo>
                    <a:pt x="1282" y="2254"/>
                    <a:pt x="1265" y="2293"/>
                    <a:pt x="1289" y="2333"/>
                  </a:cubicBezTo>
                  <a:cubicBezTo>
                    <a:pt x="1297" y="2346"/>
                    <a:pt x="1296" y="2351"/>
                    <a:pt x="1287" y="2361"/>
                  </a:cubicBezTo>
                  <a:cubicBezTo>
                    <a:pt x="1262" y="2387"/>
                    <a:pt x="1262" y="2426"/>
                    <a:pt x="1284" y="2445"/>
                  </a:cubicBezTo>
                  <a:cubicBezTo>
                    <a:pt x="1325" y="2481"/>
                    <a:pt x="1345" y="2529"/>
                    <a:pt x="1369" y="2575"/>
                  </a:cubicBezTo>
                  <a:cubicBezTo>
                    <a:pt x="1406" y="2643"/>
                    <a:pt x="1440" y="2712"/>
                    <a:pt x="1520" y="2746"/>
                  </a:cubicBezTo>
                  <a:cubicBezTo>
                    <a:pt x="1563" y="2765"/>
                    <a:pt x="1587" y="2806"/>
                    <a:pt x="1588" y="2860"/>
                  </a:cubicBezTo>
                  <a:cubicBezTo>
                    <a:pt x="1590" y="2940"/>
                    <a:pt x="1593" y="3020"/>
                    <a:pt x="1599" y="3101"/>
                  </a:cubicBezTo>
                  <a:cubicBezTo>
                    <a:pt x="1603" y="3161"/>
                    <a:pt x="1633" y="3219"/>
                    <a:pt x="1613" y="3282"/>
                  </a:cubicBezTo>
                  <a:cubicBezTo>
                    <a:pt x="1604" y="3307"/>
                    <a:pt x="1608" y="3332"/>
                    <a:pt x="1618" y="3356"/>
                  </a:cubicBezTo>
                  <a:cubicBezTo>
                    <a:pt x="1630" y="3386"/>
                    <a:pt x="1634" y="3419"/>
                    <a:pt x="1629" y="3451"/>
                  </a:cubicBezTo>
                  <a:cubicBezTo>
                    <a:pt x="1627" y="3475"/>
                    <a:pt x="1637" y="3502"/>
                    <a:pt x="1664" y="3514"/>
                  </a:cubicBezTo>
                  <a:cubicBezTo>
                    <a:pt x="1664" y="3514"/>
                    <a:pt x="1665" y="3514"/>
                    <a:pt x="1666" y="3514"/>
                  </a:cubicBezTo>
                  <a:cubicBezTo>
                    <a:pt x="1669" y="3514"/>
                    <a:pt x="1674" y="3512"/>
                    <a:pt x="1677" y="3512"/>
                  </a:cubicBezTo>
                  <a:cubicBezTo>
                    <a:pt x="1681" y="3512"/>
                    <a:pt x="1683" y="3514"/>
                    <a:pt x="1682" y="3521"/>
                  </a:cubicBezTo>
                  <a:cubicBezTo>
                    <a:pt x="1681" y="3535"/>
                    <a:pt x="1699" y="3550"/>
                    <a:pt x="1680" y="3564"/>
                  </a:cubicBezTo>
                  <a:cubicBezTo>
                    <a:pt x="1670" y="3571"/>
                    <a:pt x="1656" y="3592"/>
                    <a:pt x="1667" y="3596"/>
                  </a:cubicBezTo>
                  <a:cubicBezTo>
                    <a:pt x="1695" y="3607"/>
                    <a:pt x="1685" y="3631"/>
                    <a:pt x="1692" y="3648"/>
                  </a:cubicBezTo>
                  <a:cubicBezTo>
                    <a:pt x="1709" y="3690"/>
                    <a:pt x="1735" y="3728"/>
                    <a:pt x="1768" y="3760"/>
                  </a:cubicBezTo>
                  <a:cubicBezTo>
                    <a:pt x="1819" y="3810"/>
                    <a:pt x="1876" y="3839"/>
                    <a:pt x="1944" y="3839"/>
                  </a:cubicBezTo>
                  <a:cubicBezTo>
                    <a:pt x="1955" y="3839"/>
                    <a:pt x="1966" y="3839"/>
                    <a:pt x="1977" y="3837"/>
                  </a:cubicBezTo>
                  <a:cubicBezTo>
                    <a:pt x="1983" y="3836"/>
                    <a:pt x="1989" y="3832"/>
                    <a:pt x="1992" y="3826"/>
                  </a:cubicBezTo>
                  <a:cubicBezTo>
                    <a:pt x="1996" y="3819"/>
                    <a:pt x="1990" y="3813"/>
                    <a:pt x="1983" y="3809"/>
                  </a:cubicBezTo>
                  <a:cubicBezTo>
                    <a:pt x="1964" y="3797"/>
                    <a:pt x="1945" y="3785"/>
                    <a:pt x="1925" y="3774"/>
                  </a:cubicBezTo>
                  <a:cubicBezTo>
                    <a:pt x="1871" y="3745"/>
                    <a:pt x="1862" y="3703"/>
                    <a:pt x="1896" y="3653"/>
                  </a:cubicBezTo>
                  <a:cubicBezTo>
                    <a:pt x="1914" y="3627"/>
                    <a:pt x="1916" y="3600"/>
                    <a:pt x="1878" y="3586"/>
                  </a:cubicBezTo>
                  <a:cubicBezTo>
                    <a:pt x="1866" y="3582"/>
                    <a:pt x="1847" y="3574"/>
                    <a:pt x="1862" y="3560"/>
                  </a:cubicBezTo>
                  <a:cubicBezTo>
                    <a:pt x="1880" y="3544"/>
                    <a:pt x="1880" y="3525"/>
                    <a:pt x="1884" y="3506"/>
                  </a:cubicBezTo>
                  <a:cubicBezTo>
                    <a:pt x="1889" y="3480"/>
                    <a:pt x="1862" y="3440"/>
                    <a:pt x="1916" y="3435"/>
                  </a:cubicBezTo>
                  <a:cubicBezTo>
                    <a:pt x="1918" y="3435"/>
                    <a:pt x="1920" y="3425"/>
                    <a:pt x="1919" y="3420"/>
                  </a:cubicBezTo>
                  <a:cubicBezTo>
                    <a:pt x="1910" y="3391"/>
                    <a:pt x="1921" y="3382"/>
                    <a:pt x="1947" y="3382"/>
                  </a:cubicBezTo>
                  <a:cubicBezTo>
                    <a:pt x="1949" y="3382"/>
                    <a:pt x="1951" y="3383"/>
                    <a:pt x="1953" y="3383"/>
                  </a:cubicBezTo>
                  <a:cubicBezTo>
                    <a:pt x="1954" y="3383"/>
                    <a:pt x="1955" y="3383"/>
                    <a:pt x="1956" y="3383"/>
                  </a:cubicBezTo>
                  <a:cubicBezTo>
                    <a:pt x="1979" y="3383"/>
                    <a:pt x="1999" y="3369"/>
                    <a:pt x="2010" y="3347"/>
                  </a:cubicBezTo>
                  <a:cubicBezTo>
                    <a:pt x="2021" y="3325"/>
                    <a:pt x="2018" y="3305"/>
                    <a:pt x="2001" y="3287"/>
                  </a:cubicBezTo>
                  <a:cubicBezTo>
                    <a:pt x="1996" y="3282"/>
                    <a:pt x="1995" y="3273"/>
                    <a:pt x="1992" y="3266"/>
                  </a:cubicBezTo>
                  <a:lnTo>
                    <a:pt x="1992" y="3266"/>
                  </a:lnTo>
                  <a:cubicBezTo>
                    <a:pt x="1999" y="3266"/>
                    <a:pt x="2005" y="3267"/>
                    <a:pt x="2012" y="3268"/>
                  </a:cubicBezTo>
                  <a:cubicBezTo>
                    <a:pt x="2016" y="3270"/>
                    <a:pt x="2020" y="3270"/>
                    <a:pt x="2024" y="3270"/>
                  </a:cubicBezTo>
                  <a:cubicBezTo>
                    <a:pt x="2033" y="3270"/>
                    <a:pt x="2042" y="3267"/>
                    <a:pt x="2050" y="3262"/>
                  </a:cubicBezTo>
                  <a:cubicBezTo>
                    <a:pt x="2098" y="3234"/>
                    <a:pt x="2109" y="3179"/>
                    <a:pt x="2137" y="3137"/>
                  </a:cubicBezTo>
                  <a:cubicBezTo>
                    <a:pt x="2156" y="3108"/>
                    <a:pt x="2179" y="3078"/>
                    <a:pt x="2164" y="3038"/>
                  </a:cubicBezTo>
                  <a:cubicBezTo>
                    <a:pt x="2151" y="3002"/>
                    <a:pt x="2175" y="2987"/>
                    <a:pt x="2199" y="2966"/>
                  </a:cubicBezTo>
                  <a:cubicBezTo>
                    <a:pt x="2233" y="2938"/>
                    <a:pt x="2284" y="2941"/>
                    <a:pt x="2307" y="2912"/>
                  </a:cubicBezTo>
                  <a:cubicBezTo>
                    <a:pt x="2354" y="2852"/>
                    <a:pt x="2372" y="2779"/>
                    <a:pt x="2374" y="2702"/>
                  </a:cubicBezTo>
                  <a:cubicBezTo>
                    <a:pt x="2375" y="2674"/>
                    <a:pt x="2366" y="2646"/>
                    <a:pt x="2393" y="2621"/>
                  </a:cubicBezTo>
                  <a:cubicBezTo>
                    <a:pt x="2418" y="2596"/>
                    <a:pt x="2438" y="2567"/>
                    <a:pt x="2453" y="2535"/>
                  </a:cubicBezTo>
                  <a:cubicBezTo>
                    <a:pt x="2487" y="2459"/>
                    <a:pt x="2467" y="2421"/>
                    <a:pt x="2371" y="2363"/>
                  </a:cubicBezTo>
                  <a:cubicBezTo>
                    <a:pt x="2349" y="2350"/>
                    <a:pt x="2327" y="2333"/>
                    <a:pt x="2300" y="2333"/>
                  </a:cubicBezTo>
                  <a:cubicBezTo>
                    <a:pt x="2296" y="2333"/>
                    <a:pt x="2293" y="2333"/>
                    <a:pt x="2289" y="2333"/>
                  </a:cubicBezTo>
                  <a:cubicBezTo>
                    <a:pt x="2286" y="2334"/>
                    <a:pt x="2283" y="2334"/>
                    <a:pt x="2280" y="2334"/>
                  </a:cubicBezTo>
                  <a:cubicBezTo>
                    <a:pt x="2259" y="2334"/>
                    <a:pt x="2242" y="2324"/>
                    <a:pt x="2225" y="2315"/>
                  </a:cubicBezTo>
                  <a:cubicBezTo>
                    <a:pt x="2194" y="2297"/>
                    <a:pt x="2161" y="2283"/>
                    <a:pt x="2127" y="2271"/>
                  </a:cubicBezTo>
                  <a:cubicBezTo>
                    <a:pt x="2111" y="2266"/>
                    <a:pt x="2084" y="2263"/>
                    <a:pt x="2081" y="2235"/>
                  </a:cubicBezTo>
                  <a:cubicBezTo>
                    <a:pt x="2072" y="2165"/>
                    <a:pt x="2033" y="2082"/>
                    <a:pt x="1954" y="2082"/>
                  </a:cubicBezTo>
                  <a:cubicBezTo>
                    <a:pt x="1950" y="2082"/>
                    <a:pt x="1946" y="2083"/>
                    <a:pt x="1942" y="2083"/>
                  </a:cubicBezTo>
                  <a:cubicBezTo>
                    <a:pt x="1939" y="2084"/>
                    <a:pt x="1937" y="2084"/>
                    <a:pt x="1934" y="2084"/>
                  </a:cubicBezTo>
                  <a:cubicBezTo>
                    <a:pt x="1921" y="2084"/>
                    <a:pt x="1908" y="2078"/>
                    <a:pt x="1899" y="2068"/>
                  </a:cubicBezTo>
                  <a:cubicBezTo>
                    <a:pt x="1869" y="2038"/>
                    <a:pt x="1841" y="2005"/>
                    <a:pt x="1807" y="1981"/>
                  </a:cubicBezTo>
                  <a:cubicBezTo>
                    <a:pt x="1789" y="1968"/>
                    <a:pt x="1771" y="1947"/>
                    <a:pt x="1747" y="1947"/>
                  </a:cubicBezTo>
                  <a:cubicBezTo>
                    <a:pt x="1741" y="1947"/>
                    <a:pt x="1735" y="1948"/>
                    <a:pt x="1729" y="1951"/>
                  </a:cubicBezTo>
                  <a:cubicBezTo>
                    <a:pt x="1723" y="1953"/>
                    <a:pt x="1717" y="1954"/>
                    <a:pt x="1712" y="1954"/>
                  </a:cubicBezTo>
                  <a:cubicBezTo>
                    <a:pt x="1700" y="1954"/>
                    <a:pt x="1688" y="1950"/>
                    <a:pt x="1677" y="1950"/>
                  </a:cubicBezTo>
                  <a:cubicBezTo>
                    <a:pt x="1642" y="1950"/>
                    <a:pt x="1620" y="1918"/>
                    <a:pt x="1587" y="1918"/>
                  </a:cubicBezTo>
                  <a:cubicBezTo>
                    <a:pt x="1586" y="1918"/>
                    <a:pt x="1585" y="1918"/>
                    <a:pt x="1585" y="1918"/>
                  </a:cubicBezTo>
                  <a:cubicBezTo>
                    <a:pt x="1579" y="1918"/>
                    <a:pt x="1567" y="1926"/>
                    <a:pt x="1559" y="1926"/>
                  </a:cubicBezTo>
                  <a:cubicBezTo>
                    <a:pt x="1553" y="1926"/>
                    <a:pt x="1548" y="1921"/>
                    <a:pt x="1551" y="1902"/>
                  </a:cubicBezTo>
                  <a:cubicBezTo>
                    <a:pt x="1552" y="1895"/>
                    <a:pt x="1543" y="1891"/>
                    <a:pt x="1537" y="1891"/>
                  </a:cubicBezTo>
                  <a:cubicBezTo>
                    <a:pt x="1534" y="1891"/>
                    <a:pt x="1532" y="1892"/>
                    <a:pt x="1530" y="1893"/>
                  </a:cubicBezTo>
                  <a:cubicBezTo>
                    <a:pt x="1502" y="1928"/>
                    <a:pt x="1448" y="1928"/>
                    <a:pt x="1425" y="1970"/>
                  </a:cubicBezTo>
                  <a:cubicBezTo>
                    <a:pt x="1417" y="1984"/>
                    <a:pt x="1407" y="1996"/>
                    <a:pt x="1393" y="1996"/>
                  </a:cubicBezTo>
                  <a:cubicBezTo>
                    <a:pt x="1387" y="1996"/>
                    <a:pt x="1379" y="1993"/>
                    <a:pt x="1370" y="1986"/>
                  </a:cubicBezTo>
                  <a:cubicBezTo>
                    <a:pt x="1361" y="1979"/>
                    <a:pt x="1350" y="1976"/>
                    <a:pt x="1339" y="1976"/>
                  </a:cubicBezTo>
                  <a:cubicBezTo>
                    <a:pt x="1332" y="1976"/>
                    <a:pt x="1325" y="1977"/>
                    <a:pt x="1318" y="1981"/>
                  </a:cubicBezTo>
                  <a:cubicBezTo>
                    <a:pt x="1304" y="1986"/>
                    <a:pt x="1293" y="1989"/>
                    <a:pt x="1283" y="1989"/>
                  </a:cubicBezTo>
                  <a:cubicBezTo>
                    <a:pt x="1260" y="1989"/>
                    <a:pt x="1248" y="1972"/>
                    <a:pt x="1246" y="1935"/>
                  </a:cubicBezTo>
                  <a:cubicBezTo>
                    <a:pt x="1245" y="1911"/>
                    <a:pt x="1249" y="1887"/>
                    <a:pt x="1256" y="1864"/>
                  </a:cubicBezTo>
                  <a:cubicBezTo>
                    <a:pt x="1270" y="1822"/>
                    <a:pt x="1247" y="1792"/>
                    <a:pt x="1203" y="1792"/>
                  </a:cubicBezTo>
                  <a:cubicBezTo>
                    <a:pt x="1202" y="1792"/>
                    <a:pt x="1200" y="1792"/>
                    <a:pt x="1198" y="1792"/>
                  </a:cubicBezTo>
                  <a:cubicBezTo>
                    <a:pt x="1187" y="1793"/>
                    <a:pt x="1176" y="1794"/>
                    <a:pt x="1164" y="1795"/>
                  </a:cubicBezTo>
                  <a:cubicBezTo>
                    <a:pt x="1163" y="1795"/>
                    <a:pt x="1161" y="1795"/>
                    <a:pt x="1160" y="1795"/>
                  </a:cubicBezTo>
                  <a:cubicBezTo>
                    <a:pt x="1147" y="1795"/>
                    <a:pt x="1141" y="1792"/>
                    <a:pt x="1146" y="1773"/>
                  </a:cubicBezTo>
                  <a:cubicBezTo>
                    <a:pt x="1155" y="1737"/>
                    <a:pt x="1172" y="1706"/>
                    <a:pt x="1191" y="1674"/>
                  </a:cubicBezTo>
                  <a:cubicBezTo>
                    <a:pt x="1199" y="1660"/>
                    <a:pt x="1200" y="1649"/>
                    <a:pt x="1188" y="1640"/>
                  </a:cubicBezTo>
                  <a:cubicBezTo>
                    <a:pt x="1179" y="1632"/>
                    <a:pt x="1167" y="1629"/>
                    <a:pt x="1154" y="1629"/>
                  </a:cubicBezTo>
                  <a:cubicBezTo>
                    <a:pt x="1124" y="1629"/>
                    <a:pt x="1089" y="1646"/>
                    <a:pt x="1081" y="1671"/>
                  </a:cubicBezTo>
                  <a:cubicBezTo>
                    <a:pt x="1072" y="1701"/>
                    <a:pt x="1038" y="1723"/>
                    <a:pt x="1006" y="1723"/>
                  </a:cubicBezTo>
                  <a:cubicBezTo>
                    <a:pt x="995" y="1723"/>
                    <a:pt x="985" y="1720"/>
                    <a:pt x="976" y="1714"/>
                  </a:cubicBezTo>
                  <a:cubicBezTo>
                    <a:pt x="941" y="1690"/>
                    <a:pt x="917" y="1646"/>
                    <a:pt x="930" y="1610"/>
                  </a:cubicBezTo>
                  <a:cubicBezTo>
                    <a:pt x="957" y="1538"/>
                    <a:pt x="967" y="1443"/>
                    <a:pt x="1064" y="1425"/>
                  </a:cubicBezTo>
                  <a:cubicBezTo>
                    <a:pt x="1125" y="1413"/>
                    <a:pt x="1186" y="1405"/>
                    <a:pt x="1249" y="1401"/>
                  </a:cubicBezTo>
                  <a:cubicBezTo>
                    <a:pt x="1251" y="1401"/>
                    <a:pt x="1253" y="1401"/>
                    <a:pt x="1255" y="1401"/>
                  </a:cubicBezTo>
                  <a:cubicBezTo>
                    <a:pt x="1290" y="1401"/>
                    <a:pt x="1329" y="1421"/>
                    <a:pt x="1315" y="1476"/>
                  </a:cubicBezTo>
                  <a:cubicBezTo>
                    <a:pt x="1312" y="1488"/>
                    <a:pt x="1322" y="1503"/>
                    <a:pt x="1328" y="1516"/>
                  </a:cubicBezTo>
                  <a:cubicBezTo>
                    <a:pt x="1335" y="1530"/>
                    <a:pt x="1345" y="1545"/>
                    <a:pt x="1362" y="1545"/>
                  </a:cubicBezTo>
                  <a:cubicBezTo>
                    <a:pt x="1362" y="1545"/>
                    <a:pt x="1362" y="1545"/>
                    <a:pt x="1362" y="1545"/>
                  </a:cubicBezTo>
                  <a:cubicBezTo>
                    <a:pt x="1382" y="1544"/>
                    <a:pt x="1386" y="1526"/>
                    <a:pt x="1392" y="1511"/>
                  </a:cubicBezTo>
                  <a:cubicBezTo>
                    <a:pt x="1399" y="1491"/>
                    <a:pt x="1399" y="1469"/>
                    <a:pt x="1393" y="1449"/>
                  </a:cubicBezTo>
                  <a:cubicBezTo>
                    <a:pt x="1373" y="1389"/>
                    <a:pt x="1393" y="1348"/>
                    <a:pt x="1449" y="1320"/>
                  </a:cubicBezTo>
                  <a:cubicBezTo>
                    <a:pt x="1478" y="1305"/>
                    <a:pt x="1504" y="1283"/>
                    <a:pt x="1533" y="1266"/>
                  </a:cubicBezTo>
                  <a:cubicBezTo>
                    <a:pt x="1575" y="1242"/>
                    <a:pt x="1561" y="1187"/>
                    <a:pt x="1599" y="1157"/>
                  </a:cubicBezTo>
                  <a:cubicBezTo>
                    <a:pt x="1640" y="1125"/>
                    <a:pt x="1666" y="1074"/>
                    <a:pt x="1727" y="1072"/>
                  </a:cubicBezTo>
                  <a:cubicBezTo>
                    <a:pt x="1737" y="1072"/>
                    <a:pt x="1748" y="1068"/>
                    <a:pt x="1750" y="1057"/>
                  </a:cubicBezTo>
                  <a:cubicBezTo>
                    <a:pt x="1757" y="1013"/>
                    <a:pt x="1796" y="1006"/>
                    <a:pt x="1827" y="989"/>
                  </a:cubicBezTo>
                  <a:cubicBezTo>
                    <a:pt x="1831" y="987"/>
                    <a:pt x="1838" y="983"/>
                    <a:pt x="1842" y="983"/>
                  </a:cubicBezTo>
                  <a:cubicBezTo>
                    <a:pt x="1847" y="983"/>
                    <a:pt x="1851" y="987"/>
                    <a:pt x="1849" y="1002"/>
                  </a:cubicBezTo>
                  <a:cubicBezTo>
                    <a:pt x="1847" y="1015"/>
                    <a:pt x="1857" y="1022"/>
                    <a:pt x="1867" y="1022"/>
                  </a:cubicBezTo>
                  <a:cubicBezTo>
                    <a:pt x="1872" y="1022"/>
                    <a:pt x="1877" y="1021"/>
                    <a:pt x="1881" y="1018"/>
                  </a:cubicBezTo>
                  <a:cubicBezTo>
                    <a:pt x="1918" y="993"/>
                    <a:pt x="1961" y="983"/>
                    <a:pt x="1999" y="963"/>
                  </a:cubicBezTo>
                  <a:cubicBezTo>
                    <a:pt x="2018" y="953"/>
                    <a:pt x="2032" y="939"/>
                    <a:pt x="2019" y="920"/>
                  </a:cubicBezTo>
                  <a:cubicBezTo>
                    <a:pt x="2015" y="912"/>
                    <a:pt x="2010" y="910"/>
                    <a:pt x="2006" y="910"/>
                  </a:cubicBezTo>
                  <a:cubicBezTo>
                    <a:pt x="1996" y="910"/>
                    <a:pt x="1988" y="922"/>
                    <a:pt x="1979" y="927"/>
                  </a:cubicBezTo>
                  <a:cubicBezTo>
                    <a:pt x="1970" y="933"/>
                    <a:pt x="1960" y="938"/>
                    <a:pt x="1951" y="938"/>
                  </a:cubicBezTo>
                  <a:cubicBezTo>
                    <a:pt x="1944" y="938"/>
                    <a:pt x="1937" y="935"/>
                    <a:pt x="1930" y="927"/>
                  </a:cubicBezTo>
                  <a:cubicBezTo>
                    <a:pt x="1916" y="909"/>
                    <a:pt x="1927" y="898"/>
                    <a:pt x="1942" y="888"/>
                  </a:cubicBezTo>
                  <a:cubicBezTo>
                    <a:pt x="1957" y="879"/>
                    <a:pt x="1956" y="865"/>
                    <a:pt x="1950" y="849"/>
                  </a:cubicBezTo>
                  <a:cubicBezTo>
                    <a:pt x="1947" y="842"/>
                    <a:pt x="1928" y="845"/>
                    <a:pt x="1939" y="836"/>
                  </a:cubicBezTo>
                  <a:cubicBezTo>
                    <a:pt x="1942" y="833"/>
                    <a:pt x="1944" y="832"/>
                    <a:pt x="1946" y="832"/>
                  </a:cubicBezTo>
                  <a:cubicBezTo>
                    <a:pt x="1953" y="832"/>
                    <a:pt x="1956" y="842"/>
                    <a:pt x="1961" y="847"/>
                  </a:cubicBezTo>
                  <a:cubicBezTo>
                    <a:pt x="1970" y="858"/>
                    <a:pt x="1988" y="867"/>
                    <a:pt x="2000" y="867"/>
                  </a:cubicBezTo>
                  <a:cubicBezTo>
                    <a:pt x="2006" y="867"/>
                    <a:pt x="2010" y="865"/>
                    <a:pt x="2010" y="860"/>
                  </a:cubicBezTo>
                  <a:cubicBezTo>
                    <a:pt x="2012" y="835"/>
                    <a:pt x="2021" y="831"/>
                    <a:pt x="2033" y="831"/>
                  </a:cubicBezTo>
                  <a:cubicBezTo>
                    <a:pt x="2039" y="831"/>
                    <a:pt x="2046" y="832"/>
                    <a:pt x="2052" y="832"/>
                  </a:cubicBezTo>
                  <a:cubicBezTo>
                    <a:pt x="2055" y="832"/>
                    <a:pt x="2057" y="832"/>
                    <a:pt x="2059" y="832"/>
                  </a:cubicBezTo>
                  <a:cubicBezTo>
                    <a:pt x="2072" y="828"/>
                    <a:pt x="2082" y="815"/>
                    <a:pt x="2096" y="815"/>
                  </a:cubicBezTo>
                  <a:cubicBezTo>
                    <a:pt x="2098" y="815"/>
                    <a:pt x="2101" y="816"/>
                    <a:pt x="2104" y="816"/>
                  </a:cubicBezTo>
                  <a:cubicBezTo>
                    <a:pt x="2092" y="831"/>
                    <a:pt x="2080" y="846"/>
                    <a:pt x="2068" y="862"/>
                  </a:cubicBezTo>
                  <a:cubicBezTo>
                    <a:pt x="2065" y="864"/>
                    <a:pt x="2062" y="866"/>
                    <a:pt x="2059" y="867"/>
                  </a:cubicBezTo>
                  <a:cubicBezTo>
                    <a:pt x="2051" y="873"/>
                    <a:pt x="2044" y="880"/>
                    <a:pt x="2047" y="892"/>
                  </a:cubicBezTo>
                  <a:cubicBezTo>
                    <a:pt x="2050" y="902"/>
                    <a:pt x="2059" y="901"/>
                    <a:pt x="2067" y="906"/>
                  </a:cubicBezTo>
                  <a:cubicBezTo>
                    <a:pt x="2074" y="910"/>
                    <a:pt x="2082" y="911"/>
                    <a:pt x="2091" y="911"/>
                  </a:cubicBezTo>
                  <a:cubicBezTo>
                    <a:pt x="2103" y="911"/>
                    <a:pt x="2117" y="908"/>
                    <a:pt x="2129" y="908"/>
                  </a:cubicBezTo>
                  <a:cubicBezTo>
                    <a:pt x="2138" y="908"/>
                    <a:pt x="2146" y="910"/>
                    <a:pt x="2153" y="915"/>
                  </a:cubicBezTo>
                  <a:cubicBezTo>
                    <a:pt x="2164" y="925"/>
                    <a:pt x="2173" y="928"/>
                    <a:pt x="2179" y="928"/>
                  </a:cubicBezTo>
                  <a:cubicBezTo>
                    <a:pt x="2194" y="928"/>
                    <a:pt x="2198" y="910"/>
                    <a:pt x="2198" y="895"/>
                  </a:cubicBezTo>
                  <a:cubicBezTo>
                    <a:pt x="2197" y="875"/>
                    <a:pt x="2216" y="838"/>
                    <a:pt x="2167" y="835"/>
                  </a:cubicBezTo>
                  <a:cubicBezTo>
                    <a:pt x="2150" y="834"/>
                    <a:pt x="2154" y="819"/>
                    <a:pt x="2166" y="806"/>
                  </a:cubicBezTo>
                  <a:cubicBezTo>
                    <a:pt x="2206" y="764"/>
                    <a:pt x="2192" y="707"/>
                    <a:pt x="2138" y="688"/>
                  </a:cubicBezTo>
                  <a:cubicBezTo>
                    <a:pt x="2126" y="683"/>
                    <a:pt x="2114" y="674"/>
                    <a:pt x="2117" y="664"/>
                  </a:cubicBezTo>
                  <a:cubicBezTo>
                    <a:pt x="2125" y="631"/>
                    <a:pt x="2101" y="604"/>
                    <a:pt x="2102" y="572"/>
                  </a:cubicBezTo>
                  <a:cubicBezTo>
                    <a:pt x="2103" y="562"/>
                    <a:pt x="2102" y="552"/>
                    <a:pt x="2091" y="548"/>
                  </a:cubicBezTo>
                  <a:cubicBezTo>
                    <a:pt x="2088" y="547"/>
                    <a:pt x="2086" y="547"/>
                    <a:pt x="2084" y="547"/>
                  </a:cubicBezTo>
                  <a:cubicBezTo>
                    <a:pt x="2076" y="547"/>
                    <a:pt x="2070" y="551"/>
                    <a:pt x="2065" y="557"/>
                  </a:cubicBezTo>
                  <a:cubicBezTo>
                    <a:pt x="2052" y="571"/>
                    <a:pt x="2036" y="583"/>
                    <a:pt x="2019" y="591"/>
                  </a:cubicBezTo>
                  <a:cubicBezTo>
                    <a:pt x="2014" y="593"/>
                    <a:pt x="2010" y="595"/>
                    <a:pt x="2006" y="595"/>
                  </a:cubicBezTo>
                  <a:cubicBezTo>
                    <a:pt x="2002" y="595"/>
                    <a:pt x="1998" y="593"/>
                    <a:pt x="1995" y="588"/>
                  </a:cubicBezTo>
                  <a:cubicBezTo>
                    <a:pt x="1989" y="580"/>
                    <a:pt x="1993" y="575"/>
                    <a:pt x="1999" y="568"/>
                  </a:cubicBezTo>
                  <a:cubicBezTo>
                    <a:pt x="2012" y="549"/>
                    <a:pt x="2006" y="536"/>
                    <a:pt x="1986" y="526"/>
                  </a:cubicBezTo>
                  <a:cubicBezTo>
                    <a:pt x="1978" y="522"/>
                    <a:pt x="1970" y="516"/>
                    <a:pt x="1964" y="509"/>
                  </a:cubicBezTo>
                  <a:cubicBezTo>
                    <a:pt x="1953" y="496"/>
                    <a:pt x="1933" y="490"/>
                    <a:pt x="1911" y="490"/>
                  </a:cubicBezTo>
                  <a:cubicBezTo>
                    <a:pt x="1881" y="490"/>
                    <a:pt x="1847" y="502"/>
                    <a:pt x="1836" y="521"/>
                  </a:cubicBezTo>
                  <a:cubicBezTo>
                    <a:pt x="1825" y="540"/>
                    <a:pt x="1818" y="563"/>
                    <a:pt x="1793" y="572"/>
                  </a:cubicBezTo>
                  <a:cubicBezTo>
                    <a:pt x="1782" y="576"/>
                    <a:pt x="1774" y="588"/>
                    <a:pt x="1781" y="600"/>
                  </a:cubicBezTo>
                  <a:cubicBezTo>
                    <a:pt x="1807" y="643"/>
                    <a:pt x="1774" y="656"/>
                    <a:pt x="1745" y="669"/>
                  </a:cubicBezTo>
                  <a:cubicBezTo>
                    <a:pt x="1715" y="683"/>
                    <a:pt x="1678" y="688"/>
                    <a:pt x="1681" y="736"/>
                  </a:cubicBezTo>
                  <a:cubicBezTo>
                    <a:pt x="1682" y="747"/>
                    <a:pt x="1670" y="759"/>
                    <a:pt x="1662" y="769"/>
                  </a:cubicBezTo>
                  <a:cubicBezTo>
                    <a:pt x="1658" y="774"/>
                    <a:pt x="1653" y="781"/>
                    <a:pt x="1647" y="781"/>
                  </a:cubicBezTo>
                  <a:cubicBezTo>
                    <a:pt x="1645" y="781"/>
                    <a:pt x="1642" y="780"/>
                    <a:pt x="1640" y="778"/>
                  </a:cubicBezTo>
                  <a:cubicBezTo>
                    <a:pt x="1632" y="772"/>
                    <a:pt x="1629" y="762"/>
                    <a:pt x="1632" y="752"/>
                  </a:cubicBezTo>
                  <a:cubicBezTo>
                    <a:pt x="1644" y="708"/>
                    <a:pt x="1649" y="668"/>
                    <a:pt x="1584" y="666"/>
                  </a:cubicBezTo>
                  <a:cubicBezTo>
                    <a:pt x="1578" y="666"/>
                    <a:pt x="1570" y="660"/>
                    <a:pt x="1565" y="654"/>
                  </a:cubicBezTo>
                  <a:cubicBezTo>
                    <a:pt x="1549" y="637"/>
                    <a:pt x="1531" y="624"/>
                    <a:pt x="1510" y="624"/>
                  </a:cubicBezTo>
                  <a:cubicBezTo>
                    <a:pt x="1502" y="624"/>
                    <a:pt x="1494" y="626"/>
                    <a:pt x="1486" y="630"/>
                  </a:cubicBezTo>
                  <a:cubicBezTo>
                    <a:pt x="1485" y="630"/>
                    <a:pt x="1485" y="630"/>
                    <a:pt x="1484" y="630"/>
                  </a:cubicBezTo>
                  <a:cubicBezTo>
                    <a:pt x="1481" y="630"/>
                    <a:pt x="1478" y="628"/>
                    <a:pt x="1475" y="627"/>
                  </a:cubicBezTo>
                  <a:cubicBezTo>
                    <a:pt x="1490" y="606"/>
                    <a:pt x="1463" y="578"/>
                    <a:pt x="1492" y="554"/>
                  </a:cubicBezTo>
                  <a:cubicBezTo>
                    <a:pt x="1567" y="492"/>
                    <a:pt x="1666" y="481"/>
                    <a:pt x="1742" y="424"/>
                  </a:cubicBezTo>
                  <a:lnTo>
                    <a:pt x="1759" y="412"/>
                  </a:lnTo>
                  <a:cubicBezTo>
                    <a:pt x="1781" y="406"/>
                    <a:pt x="1804" y="397"/>
                    <a:pt x="1826" y="395"/>
                  </a:cubicBezTo>
                  <a:cubicBezTo>
                    <a:pt x="1882" y="390"/>
                    <a:pt x="1907" y="364"/>
                    <a:pt x="1905" y="311"/>
                  </a:cubicBezTo>
                  <a:cubicBezTo>
                    <a:pt x="1905" y="306"/>
                    <a:pt x="1906" y="305"/>
                    <a:pt x="1908" y="305"/>
                  </a:cubicBezTo>
                  <a:cubicBezTo>
                    <a:pt x="1910" y="305"/>
                    <a:pt x="1913" y="309"/>
                    <a:pt x="1915" y="309"/>
                  </a:cubicBezTo>
                  <a:cubicBezTo>
                    <a:pt x="1945" y="310"/>
                    <a:pt x="1968" y="334"/>
                    <a:pt x="1998" y="335"/>
                  </a:cubicBezTo>
                  <a:cubicBezTo>
                    <a:pt x="2011" y="336"/>
                    <a:pt x="2023" y="351"/>
                    <a:pt x="2035" y="361"/>
                  </a:cubicBezTo>
                  <a:cubicBezTo>
                    <a:pt x="2035" y="365"/>
                    <a:pt x="2033" y="369"/>
                    <a:pt x="2030" y="372"/>
                  </a:cubicBezTo>
                  <a:cubicBezTo>
                    <a:pt x="2002" y="383"/>
                    <a:pt x="1980" y="407"/>
                    <a:pt x="1947" y="407"/>
                  </a:cubicBezTo>
                  <a:cubicBezTo>
                    <a:pt x="1943" y="407"/>
                    <a:pt x="1939" y="406"/>
                    <a:pt x="1935" y="406"/>
                  </a:cubicBezTo>
                  <a:cubicBezTo>
                    <a:pt x="1932" y="405"/>
                    <a:pt x="1930" y="405"/>
                    <a:pt x="1927" y="405"/>
                  </a:cubicBezTo>
                  <a:cubicBezTo>
                    <a:pt x="1911" y="405"/>
                    <a:pt x="1896" y="416"/>
                    <a:pt x="1898" y="436"/>
                  </a:cubicBezTo>
                  <a:cubicBezTo>
                    <a:pt x="1900" y="453"/>
                    <a:pt x="1909" y="458"/>
                    <a:pt x="1921" y="458"/>
                  </a:cubicBezTo>
                  <a:cubicBezTo>
                    <a:pt x="1927" y="458"/>
                    <a:pt x="1933" y="456"/>
                    <a:pt x="1939" y="455"/>
                  </a:cubicBezTo>
                  <a:cubicBezTo>
                    <a:pt x="1945" y="453"/>
                    <a:pt x="1950" y="453"/>
                    <a:pt x="1954" y="453"/>
                  </a:cubicBezTo>
                  <a:cubicBezTo>
                    <a:pt x="1970" y="453"/>
                    <a:pt x="1982" y="461"/>
                    <a:pt x="1995" y="475"/>
                  </a:cubicBezTo>
                  <a:cubicBezTo>
                    <a:pt x="2015" y="495"/>
                    <a:pt x="2043" y="508"/>
                    <a:pt x="2070" y="517"/>
                  </a:cubicBezTo>
                  <a:cubicBezTo>
                    <a:pt x="2073" y="518"/>
                    <a:pt x="2075" y="519"/>
                    <a:pt x="2077" y="519"/>
                  </a:cubicBezTo>
                  <a:cubicBezTo>
                    <a:pt x="2090" y="519"/>
                    <a:pt x="2094" y="503"/>
                    <a:pt x="2094" y="490"/>
                  </a:cubicBezTo>
                  <a:cubicBezTo>
                    <a:pt x="2095" y="489"/>
                    <a:pt x="2096" y="489"/>
                    <a:pt x="2097" y="489"/>
                  </a:cubicBezTo>
                  <a:cubicBezTo>
                    <a:pt x="2099" y="489"/>
                    <a:pt x="2100" y="489"/>
                    <a:pt x="2101" y="490"/>
                  </a:cubicBezTo>
                  <a:cubicBezTo>
                    <a:pt x="2110" y="492"/>
                    <a:pt x="2117" y="493"/>
                    <a:pt x="2123" y="493"/>
                  </a:cubicBezTo>
                  <a:cubicBezTo>
                    <a:pt x="2152" y="493"/>
                    <a:pt x="2146" y="466"/>
                    <a:pt x="2141" y="439"/>
                  </a:cubicBezTo>
                  <a:cubicBezTo>
                    <a:pt x="2140" y="432"/>
                    <a:pt x="2136" y="420"/>
                    <a:pt x="2139" y="417"/>
                  </a:cubicBezTo>
                  <a:cubicBezTo>
                    <a:pt x="2141" y="416"/>
                    <a:pt x="2143" y="415"/>
                    <a:pt x="2144" y="415"/>
                  </a:cubicBezTo>
                  <a:cubicBezTo>
                    <a:pt x="2150" y="415"/>
                    <a:pt x="2155" y="423"/>
                    <a:pt x="2160" y="426"/>
                  </a:cubicBezTo>
                  <a:cubicBezTo>
                    <a:pt x="2167" y="428"/>
                    <a:pt x="2173" y="429"/>
                    <a:pt x="2179" y="429"/>
                  </a:cubicBezTo>
                  <a:cubicBezTo>
                    <a:pt x="2195" y="429"/>
                    <a:pt x="2210" y="421"/>
                    <a:pt x="2226" y="415"/>
                  </a:cubicBezTo>
                  <a:cubicBezTo>
                    <a:pt x="2235" y="412"/>
                    <a:pt x="2239" y="399"/>
                    <a:pt x="2233" y="393"/>
                  </a:cubicBezTo>
                  <a:cubicBezTo>
                    <a:pt x="2203" y="361"/>
                    <a:pt x="2175" y="327"/>
                    <a:pt x="2146" y="294"/>
                  </a:cubicBezTo>
                  <a:cubicBezTo>
                    <a:pt x="2129" y="275"/>
                    <a:pt x="2104" y="261"/>
                    <a:pt x="2089" y="239"/>
                  </a:cubicBezTo>
                  <a:cubicBezTo>
                    <a:pt x="2080" y="225"/>
                    <a:pt x="2066" y="217"/>
                    <a:pt x="2050" y="216"/>
                  </a:cubicBezTo>
                  <a:cubicBezTo>
                    <a:pt x="2049" y="215"/>
                    <a:pt x="2049" y="215"/>
                    <a:pt x="2048" y="215"/>
                  </a:cubicBezTo>
                  <a:cubicBezTo>
                    <a:pt x="2042" y="215"/>
                    <a:pt x="2036" y="217"/>
                    <a:pt x="2030" y="217"/>
                  </a:cubicBezTo>
                  <a:cubicBezTo>
                    <a:pt x="2026" y="217"/>
                    <a:pt x="2022" y="216"/>
                    <a:pt x="2018" y="212"/>
                  </a:cubicBezTo>
                  <a:cubicBezTo>
                    <a:pt x="2029" y="210"/>
                    <a:pt x="2040" y="207"/>
                    <a:pt x="2050" y="205"/>
                  </a:cubicBezTo>
                  <a:cubicBezTo>
                    <a:pt x="2063" y="203"/>
                    <a:pt x="2080" y="205"/>
                    <a:pt x="2081" y="187"/>
                  </a:cubicBezTo>
                  <a:cubicBezTo>
                    <a:pt x="2082" y="171"/>
                    <a:pt x="2067" y="170"/>
                    <a:pt x="2055" y="167"/>
                  </a:cubicBezTo>
                  <a:cubicBezTo>
                    <a:pt x="2052" y="166"/>
                    <a:pt x="2049" y="164"/>
                    <a:pt x="2046" y="163"/>
                  </a:cubicBezTo>
                  <a:cubicBezTo>
                    <a:pt x="2049" y="162"/>
                    <a:pt x="2052" y="161"/>
                    <a:pt x="2055" y="161"/>
                  </a:cubicBezTo>
                  <a:cubicBezTo>
                    <a:pt x="2057" y="161"/>
                    <a:pt x="2058" y="162"/>
                    <a:pt x="2059" y="162"/>
                  </a:cubicBezTo>
                  <a:cubicBezTo>
                    <a:pt x="2070" y="167"/>
                    <a:pt x="2082" y="169"/>
                    <a:pt x="2093" y="169"/>
                  </a:cubicBezTo>
                  <a:cubicBezTo>
                    <a:pt x="2125" y="169"/>
                    <a:pt x="2155" y="151"/>
                    <a:pt x="2182" y="138"/>
                  </a:cubicBezTo>
                  <a:cubicBezTo>
                    <a:pt x="2256" y="103"/>
                    <a:pt x="2335" y="92"/>
                    <a:pt x="2412" y="71"/>
                  </a:cubicBezTo>
                  <a:lnTo>
                    <a:pt x="2412" y="71"/>
                  </a:lnTo>
                  <a:cubicBezTo>
                    <a:pt x="2377" y="97"/>
                    <a:pt x="2333" y="111"/>
                    <a:pt x="2289" y="111"/>
                  </a:cubicBezTo>
                  <a:cubicBezTo>
                    <a:pt x="2287" y="111"/>
                    <a:pt x="2284" y="111"/>
                    <a:pt x="2281" y="111"/>
                  </a:cubicBezTo>
                  <a:cubicBezTo>
                    <a:pt x="2272" y="111"/>
                    <a:pt x="2263" y="112"/>
                    <a:pt x="2258" y="121"/>
                  </a:cubicBezTo>
                  <a:cubicBezTo>
                    <a:pt x="2252" y="135"/>
                    <a:pt x="2263" y="143"/>
                    <a:pt x="2270" y="154"/>
                  </a:cubicBezTo>
                  <a:cubicBezTo>
                    <a:pt x="2283" y="173"/>
                    <a:pt x="2299" y="180"/>
                    <a:pt x="2317" y="180"/>
                  </a:cubicBezTo>
                  <a:cubicBezTo>
                    <a:pt x="2325" y="180"/>
                    <a:pt x="2334" y="179"/>
                    <a:pt x="2343" y="176"/>
                  </a:cubicBezTo>
                  <a:cubicBezTo>
                    <a:pt x="2353" y="174"/>
                    <a:pt x="2362" y="172"/>
                    <a:pt x="2371" y="172"/>
                  </a:cubicBezTo>
                  <a:cubicBezTo>
                    <a:pt x="2410" y="172"/>
                    <a:pt x="2442" y="197"/>
                    <a:pt x="2441" y="232"/>
                  </a:cubicBezTo>
                  <a:cubicBezTo>
                    <a:pt x="2440" y="244"/>
                    <a:pt x="2427" y="259"/>
                    <a:pt x="2431" y="268"/>
                  </a:cubicBezTo>
                  <a:cubicBezTo>
                    <a:pt x="2444" y="299"/>
                    <a:pt x="2421" y="324"/>
                    <a:pt x="2412" y="343"/>
                  </a:cubicBezTo>
                  <a:cubicBezTo>
                    <a:pt x="2387" y="392"/>
                    <a:pt x="2368" y="435"/>
                    <a:pt x="2413" y="481"/>
                  </a:cubicBezTo>
                  <a:cubicBezTo>
                    <a:pt x="2417" y="485"/>
                    <a:pt x="2420" y="491"/>
                    <a:pt x="2421" y="497"/>
                  </a:cubicBezTo>
                  <a:cubicBezTo>
                    <a:pt x="2423" y="552"/>
                    <a:pt x="2475" y="537"/>
                    <a:pt x="2503" y="555"/>
                  </a:cubicBezTo>
                  <a:cubicBezTo>
                    <a:pt x="2508" y="558"/>
                    <a:pt x="2512" y="559"/>
                    <a:pt x="2516" y="559"/>
                  </a:cubicBezTo>
                  <a:cubicBezTo>
                    <a:pt x="2533" y="559"/>
                    <a:pt x="2546" y="537"/>
                    <a:pt x="2556" y="522"/>
                  </a:cubicBezTo>
                  <a:cubicBezTo>
                    <a:pt x="2585" y="479"/>
                    <a:pt x="2631" y="443"/>
                    <a:pt x="2672" y="430"/>
                  </a:cubicBezTo>
                  <a:cubicBezTo>
                    <a:pt x="2760" y="402"/>
                    <a:pt x="2842" y="355"/>
                    <a:pt x="2937" y="344"/>
                  </a:cubicBezTo>
                  <a:cubicBezTo>
                    <a:pt x="2980" y="339"/>
                    <a:pt x="3030" y="324"/>
                    <a:pt x="3032" y="263"/>
                  </a:cubicBezTo>
                  <a:cubicBezTo>
                    <a:pt x="3032" y="258"/>
                    <a:pt x="3040" y="253"/>
                    <a:pt x="3046" y="249"/>
                  </a:cubicBezTo>
                  <a:cubicBezTo>
                    <a:pt x="3073" y="230"/>
                    <a:pt x="3110" y="217"/>
                    <a:pt x="3098" y="171"/>
                  </a:cubicBezTo>
                  <a:cubicBezTo>
                    <a:pt x="3097" y="167"/>
                    <a:pt x="3098" y="166"/>
                    <a:pt x="3099" y="166"/>
                  </a:cubicBezTo>
                  <a:cubicBezTo>
                    <a:pt x="3100" y="166"/>
                    <a:pt x="3102" y="167"/>
                    <a:pt x="3104" y="167"/>
                  </a:cubicBezTo>
                  <a:cubicBezTo>
                    <a:pt x="3105" y="167"/>
                    <a:pt x="3107" y="167"/>
                    <a:pt x="3109" y="167"/>
                  </a:cubicBezTo>
                  <a:cubicBezTo>
                    <a:pt x="3139" y="167"/>
                    <a:pt x="3142" y="148"/>
                    <a:pt x="3128" y="125"/>
                  </a:cubicBezTo>
                  <a:cubicBezTo>
                    <a:pt x="3122" y="113"/>
                    <a:pt x="3129" y="114"/>
                    <a:pt x="3134" y="111"/>
                  </a:cubicBezTo>
                  <a:cubicBezTo>
                    <a:pt x="3164" y="87"/>
                    <a:pt x="3199" y="83"/>
                    <a:pt x="3235" y="81"/>
                  </a:cubicBezTo>
                  <a:cubicBezTo>
                    <a:pt x="3247" y="81"/>
                    <a:pt x="3263" y="78"/>
                    <a:pt x="3264" y="63"/>
                  </a:cubicBezTo>
                  <a:cubicBezTo>
                    <a:pt x="3266" y="49"/>
                    <a:pt x="3251" y="46"/>
                    <a:pt x="3241" y="45"/>
                  </a:cubicBezTo>
                  <a:cubicBezTo>
                    <a:pt x="3175" y="38"/>
                    <a:pt x="3110" y="25"/>
                    <a:pt x="3046" y="19"/>
                  </a:cubicBezTo>
                  <a:cubicBezTo>
                    <a:pt x="3016" y="16"/>
                    <a:pt x="2985" y="15"/>
                    <a:pt x="2955" y="15"/>
                  </a:cubicBezTo>
                  <a:moveTo>
                    <a:pt x="1517" y="105"/>
                  </a:moveTo>
                  <a:cubicBezTo>
                    <a:pt x="1510" y="105"/>
                    <a:pt x="1501" y="106"/>
                    <a:pt x="1492" y="107"/>
                  </a:cubicBezTo>
                  <a:cubicBezTo>
                    <a:pt x="1489" y="106"/>
                    <a:pt x="1485" y="106"/>
                    <a:pt x="1482" y="106"/>
                  </a:cubicBezTo>
                  <a:cubicBezTo>
                    <a:pt x="1449" y="106"/>
                    <a:pt x="1414" y="124"/>
                    <a:pt x="1379" y="135"/>
                  </a:cubicBezTo>
                  <a:cubicBezTo>
                    <a:pt x="1372" y="138"/>
                    <a:pt x="1366" y="145"/>
                    <a:pt x="1363" y="153"/>
                  </a:cubicBezTo>
                  <a:cubicBezTo>
                    <a:pt x="1361" y="155"/>
                    <a:pt x="1367" y="168"/>
                    <a:pt x="1370" y="168"/>
                  </a:cubicBezTo>
                  <a:cubicBezTo>
                    <a:pt x="1415" y="174"/>
                    <a:pt x="1456" y="210"/>
                    <a:pt x="1503" y="210"/>
                  </a:cubicBezTo>
                  <a:cubicBezTo>
                    <a:pt x="1514" y="210"/>
                    <a:pt x="1526" y="207"/>
                    <a:pt x="1539" y="202"/>
                  </a:cubicBezTo>
                  <a:cubicBezTo>
                    <a:pt x="1547" y="199"/>
                    <a:pt x="1556" y="197"/>
                    <a:pt x="1566" y="197"/>
                  </a:cubicBezTo>
                  <a:cubicBezTo>
                    <a:pt x="1573" y="197"/>
                    <a:pt x="1581" y="198"/>
                    <a:pt x="1588" y="199"/>
                  </a:cubicBezTo>
                  <a:cubicBezTo>
                    <a:pt x="1594" y="200"/>
                    <a:pt x="1601" y="201"/>
                    <a:pt x="1606" y="201"/>
                  </a:cubicBezTo>
                  <a:cubicBezTo>
                    <a:pt x="1619" y="201"/>
                    <a:pt x="1631" y="197"/>
                    <a:pt x="1640" y="183"/>
                  </a:cubicBezTo>
                  <a:cubicBezTo>
                    <a:pt x="1646" y="175"/>
                    <a:pt x="1644" y="164"/>
                    <a:pt x="1638" y="159"/>
                  </a:cubicBezTo>
                  <a:cubicBezTo>
                    <a:pt x="1625" y="148"/>
                    <a:pt x="1613" y="135"/>
                    <a:pt x="1598" y="135"/>
                  </a:cubicBezTo>
                  <a:cubicBezTo>
                    <a:pt x="1591" y="135"/>
                    <a:pt x="1584" y="138"/>
                    <a:pt x="1575" y="146"/>
                  </a:cubicBezTo>
                  <a:cubicBezTo>
                    <a:pt x="1569" y="151"/>
                    <a:pt x="1560" y="154"/>
                    <a:pt x="1552" y="154"/>
                  </a:cubicBezTo>
                  <a:cubicBezTo>
                    <a:pt x="1544" y="154"/>
                    <a:pt x="1537" y="151"/>
                    <a:pt x="1538" y="141"/>
                  </a:cubicBezTo>
                  <a:cubicBezTo>
                    <a:pt x="1542" y="111"/>
                    <a:pt x="1532" y="105"/>
                    <a:pt x="1517" y="105"/>
                  </a:cubicBezTo>
                  <a:moveTo>
                    <a:pt x="3102" y="375"/>
                  </a:moveTo>
                  <a:cubicBezTo>
                    <a:pt x="3100" y="375"/>
                    <a:pt x="3097" y="375"/>
                    <a:pt x="3094" y="375"/>
                  </a:cubicBezTo>
                  <a:cubicBezTo>
                    <a:pt x="3070" y="378"/>
                    <a:pt x="3046" y="387"/>
                    <a:pt x="3021" y="387"/>
                  </a:cubicBezTo>
                  <a:cubicBezTo>
                    <a:pt x="3010" y="387"/>
                    <a:pt x="2998" y="385"/>
                    <a:pt x="2986" y="380"/>
                  </a:cubicBezTo>
                  <a:cubicBezTo>
                    <a:pt x="2983" y="379"/>
                    <a:pt x="2979" y="378"/>
                    <a:pt x="2975" y="378"/>
                  </a:cubicBezTo>
                  <a:cubicBezTo>
                    <a:pt x="2963" y="378"/>
                    <a:pt x="2952" y="387"/>
                    <a:pt x="2952" y="414"/>
                  </a:cubicBezTo>
                  <a:cubicBezTo>
                    <a:pt x="2951" y="478"/>
                    <a:pt x="2989" y="473"/>
                    <a:pt x="3025" y="480"/>
                  </a:cubicBezTo>
                  <a:cubicBezTo>
                    <a:pt x="3057" y="477"/>
                    <a:pt x="3089" y="468"/>
                    <a:pt x="3118" y="452"/>
                  </a:cubicBezTo>
                  <a:cubicBezTo>
                    <a:pt x="3133" y="444"/>
                    <a:pt x="3161" y="442"/>
                    <a:pt x="3152" y="417"/>
                  </a:cubicBezTo>
                  <a:cubicBezTo>
                    <a:pt x="3145" y="394"/>
                    <a:pt x="3128" y="375"/>
                    <a:pt x="3102" y="375"/>
                  </a:cubicBezTo>
                  <a:moveTo>
                    <a:pt x="1324" y="1590"/>
                  </a:moveTo>
                  <a:cubicBezTo>
                    <a:pt x="1300" y="1590"/>
                    <a:pt x="1277" y="1595"/>
                    <a:pt x="1259" y="1606"/>
                  </a:cubicBezTo>
                  <a:cubicBezTo>
                    <a:pt x="1250" y="1611"/>
                    <a:pt x="1241" y="1617"/>
                    <a:pt x="1247" y="1629"/>
                  </a:cubicBezTo>
                  <a:cubicBezTo>
                    <a:pt x="1250" y="1635"/>
                    <a:pt x="1256" y="1638"/>
                    <a:pt x="1261" y="1638"/>
                  </a:cubicBezTo>
                  <a:cubicBezTo>
                    <a:pt x="1265" y="1638"/>
                    <a:pt x="1269" y="1637"/>
                    <a:pt x="1273" y="1635"/>
                  </a:cubicBezTo>
                  <a:cubicBezTo>
                    <a:pt x="1281" y="1632"/>
                    <a:pt x="1289" y="1631"/>
                    <a:pt x="1296" y="1631"/>
                  </a:cubicBezTo>
                  <a:cubicBezTo>
                    <a:pt x="1312" y="1631"/>
                    <a:pt x="1326" y="1636"/>
                    <a:pt x="1343" y="1640"/>
                  </a:cubicBezTo>
                  <a:cubicBezTo>
                    <a:pt x="1379" y="1648"/>
                    <a:pt x="1396" y="1695"/>
                    <a:pt x="1431" y="1695"/>
                  </a:cubicBezTo>
                  <a:cubicBezTo>
                    <a:pt x="1437" y="1695"/>
                    <a:pt x="1444" y="1693"/>
                    <a:pt x="1451" y="1690"/>
                  </a:cubicBezTo>
                  <a:cubicBezTo>
                    <a:pt x="1454" y="1690"/>
                    <a:pt x="1457" y="1690"/>
                    <a:pt x="1460" y="1690"/>
                  </a:cubicBezTo>
                  <a:cubicBezTo>
                    <a:pt x="1483" y="1690"/>
                    <a:pt x="1494" y="1686"/>
                    <a:pt x="1495" y="1676"/>
                  </a:cubicBezTo>
                  <a:cubicBezTo>
                    <a:pt x="1496" y="1657"/>
                    <a:pt x="1478" y="1653"/>
                    <a:pt x="1465" y="1648"/>
                  </a:cubicBezTo>
                  <a:cubicBezTo>
                    <a:pt x="1451" y="1643"/>
                    <a:pt x="1439" y="1635"/>
                    <a:pt x="1429" y="1626"/>
                  </a:cubicBezTo>
                  <a:cubicBezTo>
                    <a:pt x="1402" y="1602"/>
                    <a:pt x="1362" y="1590"/>
                    <a:pt x="1324" y="1590"/>
                  </a:cubicBezTo>
                  <a:moveTo>
                    <a:pt x="1775" y="75"/>
                  </a:moveTo>
                  <a:cubicBezTo>
                    <a:pt x="1770" y="75"/>
                    <a:pt x="1764" y="76"/>
                    <a:pt x="1758" y="78"/>
                  </a:cubicBezTo>
                  <a:cubicBezTo>
                    <a:pt x="1747" y="83"/>
                    <a:pt x="1736" y="89"/>
                    <a:pt x="1743" y="107"/>
                  </a:cubicBezTo>
                  <a:cubicBezTo>
                    <a:pt x="1746" y="115"/>
                    <a:pt x="1751" y="123"/>
                    <a:pt x="1756" y="131"/>
                  </a:cubicBezTo>
                  <a:cubicBezTo>
                    <a:pt x="1749" y="135"/>
                    <a:pt x="1742" y="137"/>
                    <a:pt x="1735" y="137"/>
                  </a:cubicBezTo>
                  <a:cubicBezTo>
                    <a:pt x="1728" y="137"/>
                    <a:pt x="1722" y="135"/>
                    <a:pt x="1715" y="131"/>
                  </a:cubicBezTo>
                  <a:cubicBezTo>
                    <a:pt x="1711" y="129"/>
                    <a:pt x="1708" y="128"/>
                    <a:pt x="1705" y="128"/>
                  </a:cubicBezTo>
                  <a:cubicBezTo>
                    <a:pt x="1696" y="128"/>
                    <a:pt x="1688" y="137"/>
                    <a:pt x="1683" y="148"/>
                  </a:cubicBezTo>
                  <a:cubicBezTo>
                    <a:pt x="1676" y="163"/>
                    <a:pt x="1687" y="168"/>
                    <a:pt x="1695" y="177"/>
                  </a:cubicBezTo>
                  <a:cubicBezTo>
                    <a:pt x="1707" y="190"/>
                    <a:pt x="1718" y="195"/>
                    <a:pt x="1730" y="195"/>
                  </a:cubicBezTo>
                  <a:cubicBezTo>
                    <a:pt x="1749" y="195"/>
                    <a:pt x="1768" y="183"/>
                    <a:pt x="1787" y="177"/>
                  </a:cubicBezTo>
                  <a:lnTo>
                    <a:pt x="1793" y="169"/>
                  </a:lnTo>
                  <a:cubicBezTo>
                    <a:pt x="1797" y="149"/>
                    <a:pt x="1794" y="126"/>
                    <a:pt x="1819" y="121"/>
                  </a:cubicBezTo>
                  <a:cubicBezTo>
                    <a:pt x="1825" y="120"/>
                    <a:pt x="1826" y="105"/>
                    <a:pt x="1820" y="99"/>
                  </a:cubicBezTo>
                  <a:cubicBezTo>
                    <a:pt x="1806" y="86"/>
                    <a:pt x="1792" y="75"/>
                    <a:pt x="1775" y="75"/>
                  </a:cubicBezTo>
                  <a:moveTo>
                    <a:pt x="1552" y="1680"/>
                  </a:moveTo>
                  <a:cubicBezTo>
                    <a:pt x="1545" y="1680"/>
                    <a:pt x="1539" y="1680"/>
                    <a:pt x="1533" y="1682"/>
                  </a:cubicBezTo>
                  <a:cubicBezTo>
                    <a:pt x="1517" y="1685"/>
                    <a:pt x="1507" y="1713"/>
                    <a:pt x="1486" y="1722"/>
                  </a:cubicBezTo>
                  <a:cubicBezTo>
                    <a:pt x="1481" y="1725"/>
                    <a:pt x="1488" y="1736"/>
                    <a:pt x="1494" y="1742"/>
                  </a:cubicBezTo>
                  <a:cubicBezTo>
                    <a:pt x="1505" y="1750"/>
                    <a:pt x="1535" y="1755"/>
                    <a:pt x="1565" y="1755"/>
                  </a:cubicBezTo>
                  <a:cubicBezTo>
                    <a:pt x="1596" y="1755"/>
                    <a:pt x="1627" y="1750"/>
                    <a:pt x="1637" y="1741"/>
                  </a:cubicBezTo>
                  <a:cubicBezTo>
                    <a:pt x="1641" y="1737"/>
                    <a:pt x="1644" y="1733"/>
                    <a:pt x="1646" y="1728"/>
                  </a:cubicBezTo>
                  <a:cubicBezTo>
                    <a:pt x="1643" y="1723"/>
                    <a:pt x="1641" y="1717"/>
                    <a:pt x="1638" y="1714"/>
                  </a:cubicBezTo>
                  <a:cubicBezTo>
                    <a:pt x="1612" y="1696"/>
                    <a:pt x="1582" y="1680"/>
                    <a:pt x="1552" y="1680"/>
                  </a:cubicBezTo>
                  <a:moveTo>
                    <a:pt x="1755" y="405"/>
                  </a:moveTo>
                  <a:lnTo>
                    <a:pt x="1738" y="418"/>
                  </a:lnTo>
                  <a:cubicBezTo>
                    <a:pt x="1730" y="434"/>
                    <a:pt x="1706" y="445"/>
                    <a:pt x="1717" y="467"/>
                  </a:cubicBezTo>
                  <a:cubicBezTo>
                    <a:pt x="1721" y="476"/>
                    <a:pt x="1728" y="480"/>
                    <a:pt x="1734" y="480"/>
                  </a:cubicBezTo>
                  <a:cubicBezTo>
                    <a:pt x="1744" y="480"/>
                    <a:pt x="1756" y="473"/>
                    <a:pt x="1766" y="471"/>
                  </a:cubicBezTo>
                  <a:cubicBezTo>
                    <a:pt x="1772" y="470"/>
                    <a:pt x="1779" y="469"/>
                    <a:pt x="1786" y="469"/>
                  </a:cubicBezTo>
                  <a:cubicBezTo>
                    <a:pt x="1789" y="469"/>
                    <a:pt x="1792" y="469"/>
                    <a:pt x="1796" y="469"/>
                  </a:cubicBezTo>
                  <a:cubicBezTo>
                    <a:pt x="1803" y="470"/>
                    <a:pt x="1811" y="472"/>
                    <a:pt x="1818" y="472"/>
                  </a:cubicBezTo>
                  <a:cubicBezTo>
                    <a:pt x="1827" y="472"/>
                    <a:pt x="1835" y="468"/>
                    <a:pt x="1837" y="452"/>
                  </a:cubicBezTo>
                  <a:cubicBezTo>
                    <a:pt x="1841" y="426"/>
                    <a:pt x="1825" y="412"/>
                    <a:pt x="1804" y="408"/>
                  </a:cubicBezTo>
                  <a:cubicBezTo>
                    <a:pt x="1788" y="406"/>
                    <a:pt x="1771" y="405"/>
                    <a:pt x="1755" y="405"/>
                  </a:cubicBezTo>
                  <a:moveTo>
                    <a:pt x="1652" y="90"/>
                  </a:moveTo>
                  <a:cubicBezTo>
                    <a:pt x="1649" y="90"/>
                    <a:pt x="1645" y="90"/>
                    <a:pt x="1643" y="91"/>
                  </a:cubicBezTo>
                  <a:cubicBezTo>
                    <a:pt x="1638" y="92"/>
                    <a:pt x="1633" y="92"/>
                    <a:pt x="1628" y="92"/>
                  </a:cubicBezTo>
                  <a:cubicBezTo>
                    <a:pt x="1621" y="92"/>
                    <a:pt x="1615" y="92"/>
                    <a:pt x="1609" y="92"/>
                  </a:cubicBezTo>
                  <a:cubicBezTo>
                    <a:pt x="1592" y="92"/>
                    <a:pt x="1577" y="95"/>
                    <a:pt x="1574" y="117"/>
                  </a:cubicBezTo>
                  <a:cubicBezTo>
                    <a:pt x="1571" y="135"/>
                    <a:pt x="1595" y="132"/>
                    <a:pt x="1613" y="133"/>
                  </a:cubicBezTo>
                  <a:cubicBezTo>
                    <a:pt x="1634" y="129"/>
                    <a:pt x="1666" y="135"/>
                    <a:pt x="1673" y="106"/>
                  </a:cubicBezTo>
                  <a:cubicBezTo>
                    <a:pt x="1676" y="94"/>
                    <a:pt x="1664" y="90"/>
                    <a:pt x="1652" y="90"/>
                  </a:cubicBezTo>
                  <a:moveTo>
                    <a:pt x="1684" y="1710"/>
                  </a:moveTo>
                  <a:cubicBezTo>
                    <a:pt x="1672" y="1710"/>
                    <a:pt x="1661" y="1713"/>
                    <a:pt x="1661" y="1729"/>
                  </a:cubicBezTo>
                  <a:cubicBezTo>
                    <a:pt x="1661" y="1745"/>
                    <a:pt x="1669" y="1755"/>
                    <a:pt x="1686" y="1755"/>
                  </a:cubicBezTo>
                  <a:cubicBezTo>
                    <a:pt x="1687" y="1755"/>
                    <a:pt x="1689" y="1755"/>
                    <a:pt x="1690" y="1754"/>
                  </a:cubicBezTo>
                  <a:cubicBezTo>
                    <a:pt x="1704" y="1753"/>
                    <a:pt x="1721" y="1752"/>
                    <a:pt x="1719" y="1732"/>
                  </a:cubicBezTo>
                  <a:cubicBezTo>
                    <a:pt x="1718" y="1714"/>
                    <a:pt x="1702" y="1710"/>
                    <a:pt x="1686" y="1710"/>
                  </a:cubicBezTo>
                  <a:cubicBezTo>
                    <a:pt x="1686" y="1710"/>
                    <a:pt x="1685" y="1710"/>
                    <a:pt x="1684" y="1710"/>
                  </a:cubicBezTo>
                  <a:moveTo>
                    <a:pt x="2086" y="3721"/>
                  </a:moveTo>
                  <a:cubicBezTo>
                    <a:pt x="2071" y="3722"/>
                    <a:pt x="2051" y="3720"/>
                    <a:pt x="2051" y="3743"/>
                  </a:cubicBezTo>
                  <a:cubicBezTo>
                    <a:pt x="2051" y="3755"/>
                    <a:pt x="2061" y="3764"/>
                    <a:pt x="2073" y="3764"/>
                  </a:cubicBezTo>
                  <a:cubicBezTo>
                    <a:pt x="2075" y="3764"/>
                    <a:pt x="2077" y="3764"/>
                    <a:pt x="2079" y="3764"/>
                  </a:cubicBezTo>
                  <a:cubicBezTo>
                    <a:pt x="2083" y="3763"/>
                    <a:pt x="2087" y="3763"/>
                    <a:pt x="2092" y="3763"/>
                  </a:cubicBezTo>
                  <a:cubicBezTo>
                    <a:pt x="2093" y="3763"/>
                    <a:pt x="2094" y="3763"/>
                    <a:pt x="2095" y="3763"/>
                  </a:cubicBezTo>
                  <a:cubicBezTo>
                    <a:pt x="2109" y="3763"/>
                    <a:pt x="2124" y="3762"/>
                    <a:pt x="2125" y="3743"/>
                  </a:cubicBezTo>
                  <a:cubicBezTo>
                    <a:pt x="2126" y="3721"/>
                    <a:pt x="2104" y="3722"/>
                    <a:pt x="2086" y="3721"/>
                  </a:cubicBezTo>
                  <a:moveTo>
                    <a:pt x="1418" y="1725"/>
                  </a:moveTo>
                  <a:cubicBezTo>
                    <a:pt x="1405" y="1725"/>
                    <a:pt x="1391" y="1725"/>
                    <a:pt x="1391" y="1735"/>
                  </a:cubicBezTo>
                  <a:cubicBezTo>
                    <a:pt x="1391" y="1750"/>
                    <a:pt x="1408" y="1753"/>
                    <a:pt x="1424" y="1754"/>
                  </a:cubicBezTo>
                  <a:cubicBezTo>
                    <a:pt x="1426" y="1755"/>
                    <a:pt x="1428" y="1755"/>
                    <a:pt x="1429" y="1755"/>
                  </a:cubicBezTo>
                  <a:cubicBezTo>
                    <a:pt x="1440" y="1755"/>
                    <a:pt x="1451" y="1751"/>
                    <a:pt x="1451" y="1742"/>
                  </a:cubicBezTo>
                  <a:cubicBezTo>
                    <a:pt x="1451" y="1725"/>
                    <a:pt x="1431" y="1727"/>
                    <a:pt x="1418" y="1725"/>
                  </a:cubicBezTo>
                  <a:moveTo>
                    <a:pt x="6891" y="2460"/>
                  </a:moveTo>
                  <a:cubicBezTo>
                    <a:pt x="6883" y="2460"/>
                    <a:pt x="6881" y="2469"/>
                    <a:pt x="6882" y="2477"/>
                  </a:cubicBezTo>
                  <a:cubicBezTo>
                    <a:pt x="6886" y="2496"/>
                    <a:pt x="6889" y="2516"/>
                    <a:pt x="6909" y="2520"/>
                  </a:cubicBezTo>
                  <a:cubicBezTo>
                    <a:pt x="6910" y="2520"/>
                    <a:pt x="6910" y="2520"/>
                    <a:pt x="6911" y="2520"/>
                  </a:cubicBezTo>
                  <a:cubicBezTo>
                    <a:pt x="6920" y="2520"/>
                    <a:pt x="6926" y="2511"/>
                    <a:pt x="6926" y="2497"/>
                  </a:cubicBezTo>
                  <a:cubicBezTo>
                    <a:pt x="6920" y="2479"/>
                    <a:pt x="6911" y="2464"/>
                    <a:pt x="6893" y="2460"/>
                  </a:cubicBezTo>
                  <a:cubicBezTo>
                    <a:pt x="6892" y="2460"/>
                    <a:pt x="6892" y="2460"/>
                    <a:pt x="6891" y="2460"/>
                  </a:cubicBezTo>
                  <a:moveTo>
                    <a:pt x="4127" y="315"/>
                  </a:moveTo>
                  <a:cubicBezTo>
                    <a:pt x="4120" y="315"/>
                    <a:pt x="4113" y="318"/>
                    <a:pt x="4110" y="324"/>
                  </a:cubicBezTo>
                  <a:cubicBezTo>
                    <a:pt x="4106" y="329"/>
                    <a:pt x="4107" y="335"/>
                    <a:pt x="4111" y="339"/>
                  </a:cubicBezTo>
                  <a:cubicBezTo>
                    <a:pt x="4115" y="343"/>
                    <a:pt x="4120" y="345"/>
                    <a:pt x="4124" y="345"/>
                  </a:cubicBezTo>
                  <a:cubicBezTo>
                    <a:pt x="4131" y="345"/>
                    <a:pt x="4138" y="341"/>
                    <a:pt x="4145" y="340"/>
                  </a:cubicBezTo>
                  <a:cubicBezTo>
                    <a:pt x="4151" y="326"/>
                    <a:pt x="4145" y="317"/>
                    <a:pt x="4130" y="315"/>
                  </a:cubicBezTo>
                  <a:cubicBezTo>
                    <a:pt x="4129" y="315"/>
                    <a:pt x="4128" y="315"/>
                    <a:pt x="4127" y="315"/>
                  </a:cubicBezTo>
                  <a:moveTo>
                    <a:pt x="6168" y="2400"/>
                  </a:moveTo>
                  <a:cubicBezTo>
                    <a:pt x="6158" y="2400"/>
                    <a:pt x="6149" y="2402"/>
                    <a:pt x="6147" y="2410"/>
                  </a:cubicBezTo>
                  <a:cubicBezTo>
                    <a:pt x="6146" y="2423"/>
                    <a:pt x="6162" y="2427"/>
                    <a:pt x="6179" y="2430"/>
                  </a:cubicBezTo>
                  <a:cubicBezTo>
                    <a:pt x="6191" y="2429"/>
                    <a:pt x="6205" y="2428"/>
                    <a:pt x="6205" y="2418"/>
                  </a:cubicBezTo>
                  <a:cubicBezTo>
                    <a:pt x="6206" y="2406"/>
                    <a:pt x="6191" y="2402"/>
                    <a:pt x="6176" y="2400"/>
                  </a:cubicBezTo>
                  <a:cubicBezTo>
                    <a:pt x="6174" y="2400"/>
                    <a:pt x="6171" y="2400"/>
                    <a:pt x="6168" y="2400"/>
                  </a:cubicBezTo>
                  <a:moveTo>
                    <a:pt x="6554" y="960"/>
                  </a:moveTo>
                  <a:cubicBezTo>
                    <a:pt x="6554" y="960"/>
                    <a:pt x="6553" y="960"/>
                    <a:pt x="6552" y="960"/>
                  </a:cubicBezTo>
                  <a:cubicBezTo>
                    <a:pt x="6537" y="960"/>
                    <a:pt x="6525" y="972"/>
                    <a:pt x="6523" y="988"/>
                  </a:cubicBezTo>
                  <a:cubicBezTo>
                    <a:pt x="6521" y="998"/>
                    <a:pt x="6526" y="1004"/>
                    <a:pt x="6537" y="1005"/>
                  </a:cubicBezTo>
                  <a:cubicBezTo>
                    <a:pt x="6550" y="999"/>
                    <a:pt x="6561" y="990"/>
                    <a:pt x="6564" y="973"/>
                  </a:cubicBezTo>
                  <a:cubicBezTo>
                    <a:pt x="6566" y="966"/>
                    <a:pt x="6561" y="960"/>
                    <a:pt x="6554" y="960"/>
                  </a:cubicBezTo>
                  <a:moveTo>
                    <a:pt x="3392" y="1020"/>
                  </a:moveTo>
                  <a:cubicBezTo>
                    <a:pt x="3378" y="1020"/>
                    <a:pt x="3363" y="1029"/>
                    <a:pt x="3366" y="1041"/>
                  </a:cubicBezTo>
                  <a:cubicBezTo>
                    <a:pt x="3374" y="1069"/>
                    <a:pt x="3359" y="1092"/>
                    <a:pt x="3356" y="1113"/>
                  </a:cubicBezTo>
                  <a:cubicBezTo>
                    <a:pt x="3358" y="1136"/>
                    <a:pt x="3356" y="1155"/>
                    <a:pt x="3382" y="1155"/>
                  </a:cubicBezTo>
                  <a:cubicBezTo>
                    <a:pt x="3406" y="1155"/>
                    <a:pt x="3411" y="1139"/>
                    <a:pt x="3413" y="1121"/>
                  </a:cubicBezTo>
                  <a:cubicBezTo>
                    <a:pt x="3416" y="1093"/>
                    <a:pt x="3402" y="1066"/>
                    <a:pt x="3410" y="1038"/>
                  </a:cubicBezTo>
                  <a:cubicBezTo>
                    <a:pt x="3412" y="1030"/>
                    <a:pt x="3404" y="1020"/>
                    <a:pt x="3392" y="1020"/>
                  </a:cubicBezTo>
                  <a:moveTo>
                    <a:pt x="3749" y="1230"/>
                  </a:moveTo>
                  <a:cubicBezTo>
                    <a:pt x="3734" y="1232"/>
                    <a:pt x="3716" y="1230"/>
                    <a:pt x="3719" y="1245"/>
                  </a:cubicBezTo>
                  <a:cubicBezTo>
                    <a:pt x="3724" y="1270"/>
                    <a:pt x="3747" y="1275"/>
                    <a:pt x="3768" y="1275"/>
                  </a:cubicBezTo>
                  <a:cubicBezTo>
                    <a:pt x="3784" y="1275"/>
                    <a:pt x="3806" y="1272"/>
                    <a:pt x="3802" y="1253"/>
                  </a:cubicBezTo>
                  <a:cubicBezTo>
                    <a:pt x="3799" y="1236"/>
                    <a:pt x="3787" y="1234"/>
                    <a:pt x="3775" y="1234"/>
                  </a:cubicBezTo>
                  <a:cubicBezTo>
                    <a:pt x="3773" y="1234"/>
                    <a:pt x="3770" y="1234"/>
                    <a:pt x="3768" y="1234"/>
                  </a:cubicBezTo>
                  <a:cubicBezTo>
                    <a:pt x="3761" y="1234"/>
                    <a:pt x="3754" y="1234"/>
                    <a:pt x="3749" y="1230"/>
                  </a:cubicBezTo>
                  <a:moveTo>
                    <a:pt x="3970" y="1245"/>
                  </a:moveTo>
                  <a:cubicBezTo>
                    <a:pt x="3969" y="1245"/>
                    <a:pt x="3968" y="1245"/>
                    <a:pt x="3967" y="1245"/>
                  </a:cubicBezTo>
                  <a:cubicBezTo>
                    <a:pt x="3956" y="1249"/>
                    <a:pt x="3941" y="1248"/>
                    <a:pt x="3941" y="1272"/>
                  </a:cubicBezTo>
                  <a:cubicBezTo>
                    <a:pt x="3941" y="1285"/>
                    <a:pt x="3949" y="1290"/>
                    <a:pt x="3957" y="1290"/>
                  </a:cubicBezTo>
                  <a:cubicBezTo>
                    <a:pt x="3959" y="1290"/>
                    <a:pt x="3960" y="1289"/>
                    <a:pt x="3962" y="1289"/>
                  </a:cubicBezTo>
                  <a:cubicBezTo>
                    <a:pt x="3974" y="1287"/>
                    <a:pt x="3986" y="1281"/>
                    <a:pt x="3986" y="1262"/>
                  </a:cubicBezTo>
                  <a:cubicBezTo>
                    <a:pt x="3986" y="1249"/>
                    <a:pt x="3979" y="1245"/>
                    <a:pt x="3970" y="1245"/>
                  </a:cubicBezTo>
                  <a:moveTo>
                    <a:pt x="3241" y="1110"/>
                  </a:moveTo>
                  <a:cubicBezTo>
                    <a:pt x="3230" y="1110"/>
                    <a:pt x="3221" y="1114"/>
                    <a:pt x="3222" y="1123"/>
                  </a:cubicBezTo>
                  <a:cubicBezTo>
                    <a:pt x="3222" y="1132"/>
                    <a:pt x="3231" y="1140"/>
                    <a:pt x="3242" y="1140"/>
                  </a:cubicBezTo>
                  <a:cubicBezTo>
                    <a:pt x="3243" y="1140"/>
                    <a:pt x="3243" y="1140"/>
                    <a:pt x="3244" y="1140"/>
                  </a:cubicBezTo>
                  <a:cubicBezTo>
                    <a:pt x="3255" y="1140"/>
                    <a:pt x="3264" y="1135"/>
                    <a:pt x="3266" y="1125"/>
                  </a:cubicBezTo>
                  <a:cubicBezTo>
                    <a:pt x="3264" y="1114"/>
                    <a:pt x="3254" y="1110"/>
                    <a:pt x="3242" y="1110"/>
                  </a:cubicBezTo>
                  <a:cubicBezTo>
                    <a:pt x="3242" y="1110"/>
                    <a:pt x="3242" y="1110"/>
                    <a:pt x="3241" y="1110"/>
                  </a:cubicBezTo>
                </a:path>
              </a:pathLst>
            </a:custGeom>
            <a:noFill/>
            <a:ln w="19050" cap="flat">
              <a:solidFill>
                <a:srgbClr val="6E79E4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6" name="path 306"/>
            <p:cNvSpPr/>
            <p:nvPr/>
          </p:nvSpPr>
          <p:spPr>
            <a:xfrm>
              <a:off x="226189" y="133350"/>
              <a:ext cx="4038600" cy="933450"/>
            </a:xfrm>
            <a:custGeom>
              <a:avLst/>
              <a:gdLst/>
              <a:ahLst/>
              <a:cxnLst/>
              <a:rect l="0" t="0" r="0" b="0"/>
              <a:pathLst>
                <a:path w="6360" h="1470">
                  <a:moveTo>
                    <a:pt x="0" y="735"/>
                  </a:moveTo>
                  <a:cubicBezTo>
                    <a:pt x="0" y="328"/>
                    <a:pt x="332" y="0"/>
                    <a:pt x="742" y="0"/>
                  </a:cubicBezTo>
                  <a:cubicBezTo>
                    <a:pt x="1152" y="0"/>
                    <a:pt x="1485" y="328"/>
                    <a:pt x="1485" y="735"/>
                  </a:cubicBezTo>
                  <a:cubicBezTo>
                    <a:pt x="1485" y="1141"/>
                    <a:pt x="1152" y="1470"/>
                    <a:pt x="742" y="1470"/>
                  </a:cubicBezTo>
                  <a:cubicBezTo>
                    <a:pt x="332" y="1470"/>
                    <a:pt x="0" y="1141"/>
                    <a:pt x="0" y="735"/>
                  </a:cubicBezTo>
                </a:path>
                <a:path w="6360" h="1470">
                  <a:moveTo>
                    <a:pt x="5730" y="922"/>
                  </a:moveTo>
                  <a:cubicBezTo>
                    <a:pt x="5730" y="744"/>
                    <a:pt x="5870" y="600"/>
                    <a:pt x="6045" y="600"/>
                  </a:cubicBezTo>
                  <a:cubicBezTo>
                    <a:pt x="6218" y="600"/>
                    <a:pt x="6360" y="744"/>
                    <a:pt x="6360" y="922"/>
                  </a:cubicBezTo>
                  <a:cubicBezTo>
                    <a:pt x="6360" y="1100"/>
                    <a:pt x="6218" y="1245"/>
                    <a:pt x="6045" y="1245"/>
                  </a:cubicBezTo>
                  <a:cubicBezTo>
                    <a:pt x="5870" y="1245"/>
                    <a:pt x="5730" y="1100"/>
                    <a:pt x="5730" y="922"/>
                  </a:cubicBezTo>
                </a:path>
              </a:pathLst>
            </a:custGeom>
            <a:solidFill>
              <a:srgbClr val="718AC6">
                <a:alpha val="38431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37958" y="2641330"/>
            <a:ext cx="2280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设施多样性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441065" y="2648274"/>
            <a:ext cx="2280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总便利度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25122" y="2641330"/>
            <a:ext cx="2280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综合便利度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BB3C3D-C02F-FE4D-4E47-651E2A3F2BC0}"/>
              </a:ext>
            </a:extLst>
          </p:cNvPr>
          <p:cNvSpPr txBox="1"/>
          <p:nvPr/>
        </p:nvSpPr>
        <p:spPr>
          <a:xfrm>
            <a:off x="3548702" y="3162610"/>
            <a:ext cx="20656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用来衡量一个社区周边各类设施数目大小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C5EB82-5FBD-0B1C-994A-E9A230E4D8D9}"/>
              </a:ext>
            </a:extLst>
          </p:cNvPr>
          <p:cNvSpPr txBox="1"/>
          <p:nvPr/>
        </p:nvSpPr>
        <p:spPr>
          <a:xfrm>
            <a:off x="843602" y="3209029"/>
            <a:ext cx="20656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用来评价一个社区周边各类设施种类齐全程度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2CDF80-8896-B0E8-8D35-4065BE68A86B}"/>
              </a:ext>
            </a:extLst>
          </p:cNvPr>
          <p:cNvSpPr txBox="1"/>
          <p:nvPr/>
        </p:nvSpPr>
        <p:spPr>
          <a:xfrm>
            <a:off x="6245171" y="3130914"/>
            <a:ext cx="2065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结合多样性和便利度构建的综合指标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rect 358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0" name="textbox 360"/>
          <p:cNvSpPr/>
          <p:nvPr/>
        </p:nvSpPr>
        <p:spPr>
          <a:xfrm>
            <a:off x="5663614" y="1818398"/>
            <a:ext cx="3406140" cy="2962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3000"/>
              </a:lnSpc>
            </a:pPr>
            <a:r>
              <a:rPr sz="5100" kern="0" spc="-24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FICIA</a:t>
            </a:r>
            <a:r>
              <a:rPr sz="5100" kern="0" spc="-19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</a:t>
            </a:r>
            <a:endParaRPr sz="5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8565"/>
              </a:lnSpc>
            </a:pPr>
            <a:r>
              <a:rPr sz="5000" kern="0" spc="-26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INTELLIGEN</a:t>
            </a:r>
            <a:endParaRPr sz="5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</a:pPr>
            <a:r>
              <a:rPr sz="5900" kern="0" spc="-22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(AI)</a:t>
            </a:r>
            <a:endParaRPr sz="5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2" name="rect 362"/>
          <p:cNvSpPr/>
          <p:nvPr/>
        </p:nvSpPr>
        <p:spPr>
          <a:xfrm>
            <a:off x="714375" y="1171574"/>
            <a:ext cx="7715250" cy="3971923"/>
          </a:xfrm>
          <a:prstGeom prst="rect">
            <a:avLst/>
          </a:prstGeom>
          <a:solidFill>
            <a:srgbClr val="E7E7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8" name="path 368"/>
          <p:cNvSpPr/>
          <p:nvPr/>
        </p:nvSpPr>
        <p:spPr>
          <a:xfrm>
            <a:off x="1247775" y="762000"/>
            <a:ext cx="819150" cy="828675"/>
          </a:xfrm>
          <a:custGeom>
            <a:avLst/>
            <a:gdLst/>
            <a:ahLst/>
            <a:cxnLst/>
            <a:rect l="0" t="0" r="0" b="0"/>
            <a:pathLst>
              <a:path w="1290" h="1305">
                <a:moveTo>
                  <a:pt x="0" y="652"/>
                </a:moveTo>
                <a:cubicBezTo>
                  <a:pt x="0" y="292"/>
                  <a:pt x="288" y="0"/>
                  <a:pt x="645" y="0"/>
                </a:cubicBezTo>
                <a:cubicBezTo>
                  <a:pt x="1001" y="0"/>
                  <a:pt x="1290" y="292"/>
                  <a:pt x="1290" y="652"/>
                </a:cubicBezTo>
                <a:cubicBezTo>
                  <a:pt x="1290" y="1012"/>
                  <a:pt x="1001" y="1305"/>
                  <a:pt x="645" y="1305"/>
                </a:cubicBezTo>
                <a:cubicBezTo>
                  <a:pt x="288" y="1305"/>
                  <a:pt x="0" y="1012"/>
                  <a:pt x="0" y="652"/>
                </a:cubicBezTo>
              </a:path>
            </a:pathLst>
          </a:custGeom>
          <a:solidFill>
            <a:srgbClr val="718AC6">
              <a:alpha val="3843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4" name="path 394"/>
          <p:cNvSpPr/>
          <p:nvPr/>
        </p:nvSpPr>
        <p:spPr>
          <a:xfrm>
            <a:off x="2876550" y="4514850"/>
            <a:ext cx="133350" cy="190474"/>
          </a:xfrm>
          <a:custGeom>
            <a:avLst/>
            <a:gdLst/>
            <a:ahLst/>
            <a:cxnLst/>
            <a:rect l="0" t="0" r="0" b="0"/>
            <a:pathLst>
              <a:path w="210" h="299">
                <a:moveTo>
                  <a:pt x="163" y="0"/>
                </a:moveTo>
                <a:lnTo>
                  <a:pt x="0" y="272"/>
                </a:lnTo>
                <a:lnTo>
                  <a:pt x="46" y="299"/>
                </a:lnTo>
                <a:lnTo>
                  <a:pt x="210" y="27"/>
                </a:lnTo>
                <a:lnTo>
                  <a:pt x="163" y="0"/>
                </a:lnTo>
                <a:close/>
              </a:path>
            </a:pathLst>
          </a:cu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6" name="path 396"/>
          <p:cNvSpPr/>
          <p:nvPr/>
        </p:nvSpPr>
        <p:spPr>
          <a:xfrm>
            <a:off x="3286125" y="4514850"/>
            <a:ext cx="133350" cy="190474"/>
          </a:xfrm>
          <a:custGeom>
            <a:avLst/>
            <a:gdLst/>
            <a:ahLst/>
            <a:cxnLst/>
            <a:rect l="0" t="0" r="0" b="0"/>
            <a:pathLst>
              <a:path w="210" h="299">
                <a:moveTo>
                  <a:pt x="163" y="0"/>
                </a:moveTo>
                <a:lnTo>
                  <a:pt x="0" y="272"/>
                </a:lnTo>
                <a:lnTo>
                  <a:pt x="46" y="299"/>
                </a:lnTo>
                <a:lnTo>
                  <a:pt x="210" y="27"/>
                </a:lnTo>
                <a:lnTo>
                  <a:pt x="163" y="0"/>
                </a:lnTo>
                <a:close/>
              </a:path>
            </a:pathLst>
          </a:cu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8" name="path 398"/>
          <p:cNvSpPr/>
          <p:nvPr/>
        </p:nvSpPr>
        <p:spPr>
          <a:xfrm>
            <a:off x="3695700" y="4514850"/>
            <a:ext cx="133350" cy="190474"/>
          </a:xfrm>
          <a:custGeom>
            <a:avLst/>
            <a:gdLst/>
            <a:ahLst/>
            <a:cxnLst/>
            <a:rect l="0" t="0" r="0" b="0"/>
            <a:pathLst>
              <a:path w="210" h="299">
                <a:moveTo>
                  <a:pt x="163" y="0"/>
                </a:moveTo>
                <a:lnTo>
                  <a:pt x="0" y="272"/>
                </a:lnTo>
                <a:lnTo>
                  <a:pt x="47" y="299"/>
                </a:lnTo>
                <a:lnTo>
                  <a:pt x="210" y="27"/>
                </a:lnTo>
                <a:lnTo>
                  <a:pt x="163" y="0"/>
                </a:lnTo>
                <a:close/>
              </a:path>
            </a:pathLst>
          </a:cu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0" name="path 400"/>
          <p:cNvSpPr/>
          <p:nvPr/>
        </p:nvSpPr>
        <p:spPr>
          <a:xfrm>
            <a:off x="4914900" y="4514850"/>
            <a:ext cx="133350" cy="190474"/>
          </a:xfrm>
          <a:custGeom>
            <a:avLst/>
            <a:gdLst/>
            <a:ahLst/>
            <a:cxnLst/>
            <a:rect l="0" t="0" r="0" b="0"/>
            <a:pathLst>
              <a:path w="210" h="299">
                <a:moveTo>
                  <a:pt x="163" y="0"/>
                </a:moveTo>
                <a:lnTo>
                  <a:pt x="0" y="272"/>
                </a:lnTo>
                <a:lnTo>
                  <a:pt x="46" y="299"/>
                </a:lnTo>
                <a:lnTo>
                  <a:pt x="210" y="27"/>
                </a:lnTo>
                <a:lnTo>
                  <a:pt x="163" y="0"/>
                </a:lnTo>
                <a:close/>
              </a:path>
            </a:pathLst>
          </a:cu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2" name="path 402"/>
          <p:cNvSpPr/>
          <p:nvPr/>
        </p:nvSpPr>
        <p:spPr>
          <a:xfrm>
            <a:off x="5324475" y="4514850"/>
            <a:ext cx="133350" cy="190474"/>
          </a:xfrm>
          <a:custGeom>
            <a:avLst/>
            <a:gdLst/>
            <a:ahLst/>
            <a:cxnLst/>
            <a:rect l="0" t="0" r="0" b="0"/>
            <a:pathLst>
              <a:path w="210" h="299">
                <a:moveTo>
                  <a:pt x="162" y="0"/>
                </a:moveTo>
                <a:lnTo>
                  <a:pt x="0" y="272"/>
                </a:lnTo>
                <a:lnTo>
                  <a:pt x="46" y="299"/>
                </a:lnTo>
                <a:lnTo>
                  <a:pt x="210" y="27"/>
                </a:lnTo>
                <a:lnTo>
                  <a:pt x="162" y="0"/>
                </a:lnTo>
                <a:close/>
              </a:path>
            </a:pathLst>
          </a:cu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4" name="path 404"/>
          <p:cNvSpPr/>
          <p:nvPr/>
        </p:nvSpPr>
        <p:spPr>
          <a:xfrm>
            <a:off x="5734050" y="4514850"/>
            <a:ext cx="133350" cy="190474"/>
          </a:xfrm>
          <a:custGeom>
            <a:avLst/>
            <a:gdLst/>
            <a:ahLst/>
            <a:cxnLst/>
            <a:rect l="0" t="0" r="0" b="0"/>
            <a:pathLst>
              <a:path w="210" h="299">
                <a:moveTo>
                  <a:pt x="162" y="0"/>
                </a:moveTo>
                <a:lnTo>
                  <a:pt x="0" y="272"/>
                </a:lnTo>
                <a:lnTo>
                  <a:pt x="46" y="299"/>
                </a:lnTo>
                <a:lnTo>
                  <a:pt x="210" y="27"/>
                </a:lnTo>
                <a:lnTo>
                  <a:pt x="162" y="0"/>
                </a:lnTo>
                <a:close/>
              </a:path>
            </a:pathLst>
          </a:cu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" name="path 406"/>
          <p:cNvSpPr/>
          <p:nvPr/>
        </p:nvSpPr>
        <p:spPr>
          <a:xfrm>
            <a:off x="6143625" y="4514850"/>
            <a:ext cx="133350" cy="190474"/>
          </a:xfrm>
          <a:custGeom>
            <a:avLst/>
            <a:gdLst/>
            <a:ahLst/>
            <a:cxnLst/>
            <a:rect l="0" t="0" r="0" b="0"/>
            <a:pathLst>
              <a:path w="210" h="299">
                <a:moveTo>
                  <a:pt x="162" y="0"/>
                </a:moveTo>
                <a:lnTo>
                  <a:pt x="0" y="272"/>
                </a:lnTo>
                <a:lnTo>
                  <a:pt x="46" y="299"/>
                </a:lnTo>
                <a:lnTo>
                  <a:pt x="210" y="27"/>
                </a:lnTo>
                <a:lnTo>
                  <a:pt x="162" y="0"/>
                </a:lnTo>
                <a:close/>
              </a:path>
            </a:pathLst>
          </a:cu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8" name="path 408"/>
          <p:cNvSpPr/>
          <p:nvPr/>
        </p:nvSpPr>
        <p:spPr>
          <a:xfrm>
            <a:off x="4105275" y="4514850"/>
            <a:ext cx="123825" cy="190474"/>
          </a:xfrm>
          <a:custGeom>
            <a:avLst/>
            <a:gdLst/>
            <a:ahLst/>
            <a:cxnLst/>
            <a:rect l="0" t="0" r="0" b="0"/>
            <a:pathLst>
              <a:path w="195" h="299">
                <a:moveTo>
                  <a:pt x="151" y="0"/>
                </a:moveTo>
                <a:lnTo>
                  <a:pt x="0" y="272"/>
                </a:lnTo>
                <a:lnTo>
                  <a:pt x="43" y="299"/>
                </a:lnTo>
                <a:lnTo>
                  <a:pt x="195" y="27"/>
                </a:lnTo>
                <a:lnTo>
                  <a:pt x="151" y="0"/>
                </a:lnTo>
                <a:close/>
              </a:path>
            </a:pathLst>
          </a:cu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0" name="path 410"/>
          <p:cNvSpPr/>
          <p:nvPr/>
        </p:nvSpPr>
        <p:spPr>
          <a:xfrm>
            <a:off x="4514850" y="4514850"/>
            <a:ext cx="123825" cy="190474"/>
          </a:xfrm>
          <a:custGeom>
            <a:avLst/>
            <a:gdLst/>
            <a:ahLst/>
            <a:cxnLst/>
            <a:rect l="0" t="0" r="0" b="0"/>
            <a:pathLst>
              <a:path w="195" h="299">
                <a:moveTo>
                  <a:pt x="151" y="0"/>
                </a:moveTo>
                <a:lnTo>
                  <a:pt x="0" y="272"/>
                </a:lnTo>
                <a:lnTo>
                  <a:pt x="43" y="299"/>
                </a:lnTo>
                <a:lnTo>
                  <a:pt x="195" y="27"/>
                </a:lnTo>
                <a:lnTo>
                  <a:pt x="151" y="0"/>
                </a:lnTo>
                <a:close/>
              </a:path>
            </a:pathLst>
          </a:cu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3396615" y="323850"/>
            <a:ext cx="23374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3200" b="1" kern="0" spc="-15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rPr>
              <a:t>数据需求</a:t>
            </a:r>
            <a:r>
              <a:rPr sz="3200" kern="0" spc="1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  </a:t>
            </a:r>
            <a:endParaRPr lang="zh-CN" altLang="en-US" sz="3200"/>
          </a:p>
        </p:txBody>
      </p:sp>
      <p:sp>
        <p:nvSpPr>
          <p:cNvPr id="2" name="文本框 1"/>
          <p:cNvSpPr txBox="1"/>
          <p:nvPr/>
        </p:nvSpPr>
        <p:spPr>
          <a:xfrm>
            <a:off x="2021205" y="1445260"/>
            <a:ext cx="53467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福州市辖区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个区的行政边界及配套文件</a:t>
            </a:r>
          </a:p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所有的社区中心点</a:t>
            </a:r>
          </a:p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八类设施的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POI</a:t>
            </a:r>
          </a:p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福州市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OSM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路网</a:t>
            </a:r>
          </a:p>
        </p:txBody>
      </p:sp>
      <p:pic>
        <p:nvPicPr>
          <p:cNvPr id="526319810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925" y="2803843"/>
            <a:ext cx="5274310" cy="1489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 222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6E79E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24" name="picture 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1000" y="523874"/>
            <a:ext cx="6762750" cy="4619623"/>
          </a:xfrm>
          <a:prstGeom prst="rect">
            <a:avLst/>
          </a:prstGeom>
        </p:spPr>
      </p:pic>
      <p:sp>
        <p:nvSpPr>
          <p:cNvPr id="226" name="textbox 226"/>
          <p:cNvSpPr/>
          <p:nvPr/>
        </p:nvSpPr>
        <p:spPr>
          <a:xfrm>
            <a:off x="1122287" y="1283716"/>
            <a:ext cx="4796154" cy="2918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" algn="l" rtl="0" eaLnBrk="0">
              <a:lnSpc>
                <a:spcPts val="7210"/>
              </a:lnSpc>
            </a:pPr>
            <a:r>
              <a:rPr sz="4900" kern="0" spc="-19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02.</a:t>
            </a:r>
            <a:endParaRPr sz="4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r>
              <a:rPr lang="en-US" sz="3600" b="1" kern="0" spc="-19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3600" b="1" kern="0" spc="-19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辅助开发</a:t>
            </a:r>
          </a:p>
          <a:p>
            <a:pPr algn="l" rtl="0" eaLnBrk="0">
              <a:lnSpc>
                <a:spcPct val="115000"/>
              </a:lnSpc>
            </a:pPr>
            <a:r>
              <a:rPr lang="zh-CN" altLang="en-US" sz="3600" b="1" kern="0" spc="-19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与成果</a:t>
            </a:r>
            <a:endParaRPr sz="3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205"/>
              </a:lnSpc>
              <a:spcBef>
                <a:spcPts val="5"/>
              </a:spcBef>
            </a:pPr>
            <a:r>
              <a:rPr lang="zh-CN" sz="1800" kern="0" spc="90" dirty="0">
                <a:solidFill>
                  <a:srgbClr val="3C3C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计算过程与项目成果</a:t>
            </a:r>
            <a:endParaRPr lang="zh-CN" sz="1800" dirty="0"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8" name="textbox 228"/>
          <p:cNvSpPr/>
          <p:nvPr/>
        </p:nvSpPr>
        <p:spPr>
          <a:xfrm rot="5400000">
            <a:off x="7587032" y="433870"/>
            <a:ext cx="1552575" cy="861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7000"/>
              </a:lnSpc>
              <a:spcBef>
                <a:spcPts val="0"/>
              </a:spcBef>
            </a:pPr>
            <a:r>
              <a:rPr sz="7000" kern="0" spc="-2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/(AI)</a:t>
            </a:r>
            <a:endParaRPr sz="7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30" name="picture 2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19175" y="1543050"/>
            <a:ext cx="190398" cy="771525"/>
          </a:xfrm>
          <a:prstGeom prst="rect">
            <a:avLst/>
          </a:prstGeom>
        </p:spPr>
      </p:pic>
      <p:sp>
        <p:nvSpPr>
          <p:cNvPr id="232" name="path 232"/>
          <p:cNvSpPr/>
          <p:nvPr/>
        </p:nvSpPr>
        <p:spPr>
          <a:xfrm>
            <a:off x="457190" y="4400550"/>
            <a:ext cx="5442603" cy="24447"/>
          </a:xfrm>
          <a:custGeom>
            <a:avLst/>
            <a:gdLst/>
            <a:ahLst/>
            <a:cxnLst/>
            <a:rect l="0" t="0" r="0" b="0"/>
            <a:pathLst>
              <a:path w="8571" h="38">
                <a:moveTo>
                  <a:pt x="0" y="15"/>
                </a:moveTo>
                <a:lnTo>
                  <a:pt x="8571" y="23"/>
                </a:lnTo>
              </a:path>
            </a:pathLst>
          </a:custGeom>
          <a:noFill/>
          <a:ln w="19050" cap="flat">
            <a:solidFill>
              <a:srgbClr val="19191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 124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6" name="textbox 126"/>
          <p:cNvSpPr/>
          <p:nvPr/>
        </p:nvSpPr>
        <p:spPr>
          <a:xfrm>
            <a:off x="7872509" y="1247279"/>
            <a:ext cx="1346200" cy="1815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5000" kern="0" spc="-26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CIA</a:t>
            </a:r>
            <a:r>
              <a:rPr sz="5000" kern="0" spc="-18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</a:t>
            </a:r>
            <a:endParaRPr sz="5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8420"/>
              </a:lnSpc>
            </a:pPr>
            <a:r>
              <a:rPr sz="4900" kern="0" spc="-21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</a:t>
            </a:r>
            <a:endParaRPr sz="4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7879523" y="3413518"/>
            <a:ext cx="1365250" cy="746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5670"/>
              </a:lnSpc>
            </a:pPr>
            <a:r>
              <a:rPr sz="4700" kern="0" spc="-24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IGEN</a:t>
            </a:r>
            <a:endParaRPr sz="4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0" name="path 130"/>
          <p:cNvSpPr/>
          <p:nvPr/>
        </p:nvSpPr>
        <p:spPr>
          <a:xfrm>
            <a:off x="723900" y="1390650"/>
            <a:ext cx="7696200" cy="2962275"/>
          </a:xfrm>
          <a:custGeom>
            <a:avLst/>
            <a:gdLst/>
            <a:ahLst/>
            <a:cxnLst/>
            <a:rect l="0" t="0" r="0" b="0"/>
            <a:pathLst>
              <a:path w="12120" h="4665">
                <a:moveTo>
                  <a:pt x="0" y="4665"/>
                </a:moveTo>
                <a:lnTo>
                  <a:pt x="12120" y="4665"/>
                </a:lnTo>
                <a:lnTo>
                  <a:pt x="12120" y="0"/>
                </a:lnTo>
                <a:lnTo>
                  <a:pt x="0" y="0"/>
                </a:lnTo>
                <a:lnTo>
                  <a:pt x="0" y="4665"/>
                </a:lnTo>
                <a:close/>
              </a:path>
            </a:pathLst>
          </a:custGeom>
          <a:solidFill>
            <a:srgbClr val="E7E7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" name="textbox 132"/>
          <p:cNvSpPr/>
          <p:nvPr/>
        </p:nvSpPr>
        <p:spPr>
          <a:xfrm>
            <a:off x="3651887" y="169545"/>
            <a:ext cx="5579109" cy="727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2200" kern="0" spc="1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</a:t>
            </a:r>
            <a:r>
              <a:rPr sz="2200" kern="0" spc="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4900" kern="0" spc="-15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endParaRPr sz="4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0" name="textbox 140"/>
          <p:cNvSpPr/>
          <p:nvPr/>
        </p:nvSpPr>
        <p:spPr>
          <a:xfrm rot="5400000">
            <a:off x="-449908" y="3831120"/>
            <a:ext cx="1552575" cy="861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7000"/>
              </a:lnSpc>
              <a:spcBef>
                <a:spcPts val="0"/>
              </a:spcBef>
            </a:pPr>
            <a:r>
              <a:rPr sz="7000" kern="0" spc="-25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/(AI)</a:t>
            </a:r>
            <a:endParaRPr sz="7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7891547" y="4461192"/>
            <a:ext cx="1120139" cy="826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1000"/>
              </a:lnSpc>
            </a:pPr>
            <a:r>
              <a:rPr sz="5800" kern="0" spc="-19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(AI)</a:t>
            </a:r>
            <a:endParaRPr sz="5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6" name="path 156"/>
          <p:cNvSpPr/>
          <p:nvPr/>
        </p:nvSpPr>
        <p:spPr>
          <a:xfrm>
            <a:off x="876350" y="1295400"/>
            <a:ext cx="752424" cy="190500"/>
          </a:xfrm>
          <a:custGeom>
            <a:avLst/>
            <a:gdLst/>
            <a:ahLst/>
            <a:cxnLst/>
            <a:rect l="0" t="0" r="0" b="0"/>
            <a:pathLst>
              <a:path w="1184" h="300">
                <a:moveTo>
                  <a:pt x="1153" y="0"/>
                </a:moveTo>
                <a:lnTo>
                  <a:pt x="1004" y="150"/>
                </a:lnTo>
                <a:lnTo>
                  <a:pt x="1153" y="300"/>
                </a:lnTo>
                <a:lnTo>
                  <a:pt x="1184" y="267"/>
                </a:lnTo>
                <a:lnTo>
                  <a:pt x="1066" y="150"/>
                </a:lnTo>
                <a:lnTo>
                  <a:pt x="1184" y="32"/>
                </a:lnTo>
                <a:lnTo>
                  <a:pt x="1153" y="0"/>
                </a:lnTo>
                <a:close/>
              </a:path>
              <a:path w="1184" h="300">
                <a:moveTo>
                  <a:pt x="820" y="0"/>
                </a:moveTo>
                <a:lnTo>
                  <a:pt x="659" y="150"/>
                </a:lnTo>
                <a:lnTo>
                  <a:pt x="820" y="300"/>
                </a:lnTo>
                <a:lnTo>
                  <a:pt x="854" y="267"/>
                </a:lnTo>
                <a:lnTo>
                  <a:pt x="728" y="150"/>
                </a:lnTo>
                <a:lnTo>
                  <a:pt x="854" y="32"/>
                </a:lnTo>
                <a:lnTo>
                  <a:pt x="820" y="0"/>
                </a:lnTo>
                <a:close/>
              </a:path>
              <a:path w="1184" h="300">
                <a:moveTo>
                  <a:pt x="479" y="0"/>
                </a:moveTo>
                <a:lnTo>
                  <a:pt x="329" y="150"/>
                </a:lnTo>
                <a:lnTo>
                  <a:pt x="479" y="300"/>
                </a:lnTo>
                <a:lnTo>
                  <a:pt x="509" y="267"/>
                </a:lnTo>
                <a:lnTo>
                  <a:pt x="393" y="150"/>
                </a:lnTo>
                <a:lnTo>
                  <a:pt x="509" y="32"/>
                </a:lnTo>
                <a:lnTo>
                  <a:pt x="479" y="0"/>
                </a:lnTo>
                <a:close/>
              </a:path>
              <a:path w="1184" h="300">
                <a:moveTo>
                  <a:pt x="148" y="0"/>
                </a:moveTo>
                <a:lnTo>
                  <a:pt x="0" y="150"/>
                </a:lnTo>
                <a:lnTo>
                  <a:pt x="148" y="300"/>
                </a:lnTo>
                <a:lnTo>
                  <a:pt x="179" y="267"/>
                </a:lnTo>
                <a:lnTo>
                  <a:pt x="62" y="150"/>
                </a:lnTo>
                <a:lnTo>
                  <a:pt x="179" y="32"/>
                </a:lnTo>
                <a:lnTo>
                  <a:pt x="148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2462530" y="323850"/>
            <a:ext cx="40316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kern="0" spc="1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2800" b="1" kern="0" spc="1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辅助</a:t>
            </a:r>
            <a:r>
              <a:rPr lang="zh-CN" sz="2800" b="1" kern="0" spc="1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开发爬虫软件</a:t>
            </a:r>
            <a:r>
              <a:rPr sz="3200" kern="0" spc="1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</a:t>
            </a:r>
            <a:endParaRPr lang="zh-CN" altLang="en-US" sz="3200"/>
          </a:p>
        </p:txBody>
      </p:sp>
      <p:grpSp>
        <p:nvGrpSpPr>
          <p:cNvPr id="9" name="组合 8"/>
          <p:cNvGrpSpPr/>
          <p:nvPr/>
        </p:nvGrpSpPr>
        <p:grpSpPr>
          <a:xfrm>
            <a:off x="1564005" y="2124075"/>
            <a:ext cx="5937250" cy="1271905"/>
            <a:chOff x="1844" y="2934"/>
            <a:chExt cx="9350" cy="2003"/>
          </a:xfrm>
        </p:grpSpPr>
        <p:sp>
          <p:nvSpPr>
            <p:cNvPr id="2" name="文本框 1"/>
            <p:cNvSpPr txBox="1"/>
            <p:nvPr/>
          </p:nvSpPr>
          <p:spPr>
            <a:xfrm>
              <a:off x="6519" y="3692"/>
              <a:ext cx="467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2800" b="1" kern="0" spc="10" dirty="0">
                  <a:solidFill>
                    <a:srgbClr val="6E79E4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自己开发程序</a:t>
              </a:r>
              <a:endParaRPr lang="zh-CN" altLang="en-US" sz="3200">
                <a:ea typeface="宋体" panose="02010600030101010101" pitchFamily="2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844" y="4309"/>
              <a:ext cx="467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2000" b="1" kern="0" spc="10" dirty="0">
                  <a:solidFill>
                    <a:srgbClr val="6E79E4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八爪鱼定制化程度太低</a:t>
              </a:r>
              <a:endParaRPr lang="zh-CN" sz="3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右大括号 3"/>
            <p:cNvSpPr/>
            <p:nvPr/>
          </p:nvSpPr>
          <p:spPr>
            <a:xfrm>
              <a:off x="6628" y="3383"/>
              <a:ext cx="243" cy="144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箭头连接符 4"/>
            <p:cNvCxnSpPr>
              <a:stCxn id="4" idx="1"/>
            </p:cNvCxnSpPr>
            <p:nvPr/>
          </p:nvCxnSpPr>
          <p:spPr>
            <a:xfrm>
              <a:off x="6871" y="4103"/>
              <a:ext cx="23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1844" y="2934"/>
              <a:ext cx="467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2000" b="1" kern="0" spc="10" dirty="0">
                  <a:solidFill>
                    <a:srgbClr val="6E79E4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百度</a:t>
              </a:r>
              <a:r>
                <a:rPr lang="en-US" altLang="zh-CN" sz="2000" b="1" kern="0" spc="10" dirty="0">
                  <a:solidFill>
                    <a:srgbClr val="6E79E4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API</a:t>
              </a:r>
              <a:r>
                <a:rPr lang="zh-CN" altLang="en-US" sz="2000" b="1" kern="0" spc="10" dirty="0">
                  <a:solidFill>
                    <a:srgbClr val="6E79E4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报价过高</a:t>
              </a:r>
              <a:r>
                <a:rPr sz="3200" kern="0" spc="10" dirty="0">
                  <a:solidFill>
                    <a:srgbClr val="6E79E4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rPr>
                <a:t>  </a:t>
              </a:r>
              <a:endParaRPr lang="zh-CN" altLang="en-US" sz="3200"/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952750"/>
            <a:ext cx="1524635" cy="13423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 90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2" name="textbox 92"/>
          <p:cNvSpPr/>
          <p:nvPr/>
        </p:nvSpPr>
        <p:spPr>
          <a:xfrm>
            <a:off x="145691" y="1450276"/>
            <a:ext cx="8868409" cy="2157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6305"/>
              </a:lnSpc>
            </a:pP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r>
              <a:rPr sz="5100" kern="0" spc="-22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FICIAL INTELLIGEN</a:t>
            </a: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</a:t>
            </a:r>
            <a:r>
              <a:rPr sz="5100" kern="0" spc="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</a:t>
            </a:r>
            <a:r>
              <a:rPr sz="5100" kern="0" spc="-19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5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6305"/>
              </a:lnSpc>
            </a:pP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r>
              <a:rPr sz="5100" kern="0" spc="-22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FICIAL INTELLIGEN</a:t>
            </a: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</a:t>
            </a:r>
            <a:r>
              <a:rPr sz="5100" kern="0" spc="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100" kern="0" spc="-23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</a:t>
            </a:r>
            <a:r>
              <a:rPr sz="5100" kern="0" spc="-19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5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4" name="rect 94"/>
          <p:cNvSpPr/>
          <p:nvPr/>
        </p:nvSpPr>
        <p:spPr>
          <a:xfrm>
            <a:off x="714375" y="600710"/>
            <a:ext cx="4105275" cy="4076700"/>
          </a:xfrm>
          <a:prstGeom prst="rect">
            <a:avLst/>
          </a:prstGeom>
          <a:solidFill>
            <a:srgbClr val="E7E7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" name="path 98"/>
          <p:cNvSpPr/>
          <p:nvPr/>
        </p:nvSpPr>
        <p:spPr>
          <a:xfrm>
            <a:off x="2724150" y="371475"/>
            <a:ext cx="1000125" cy="1000125"/>
          </a:xfrm>
          <a:custGeom>
            <a:avLst/>
            <a:gdLst/>
            <a:ahLst/>
            <a:cxnLst/>
            <a:rect l="0" t="0" r="0" b="0"/>
            <a:pathLst>
              <a:path w="1575" h="1575">
                <a:moveTo>
                  <a:pt x="0" y="787"/>
                </a:moveTo>
                <a:cubicBezTo>
                  <a:pt x="0" y="352"/>
                  <a:pt x="352" y="0"/>
                  <a:pt x="787" y="0"/>
                </a:cubicBezTo>
                <a:cubicBezTo>
                  <a:pt x="1222" y="0"/>
                  <a:pt x="1575" y="352"/>
                  <a:pt x="1575" y="787"/>
                </a:cubicBezTo>
                <a:cubicBezTo>
                  <a:pt x="1575" y="1222"/>
                  <a:pt x="1222" y="1575"/>
                  <a:pt x="787" y="1575"/>
                </a:cubicBezTo>
                <a:cubicBezTo>
                  <a:pt x="352" y="1575"/>
                  <a:pt x="0" y="1222"/>
                  <a:pt x="0" y="787"/>
                </a:cubicBezTo>
              </a:path>
            </a:pathLst>
          </a:custGeom>
          <a:solidFill>
            <a:srgbClr val="718AC6">
              <a:alpha val="3843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" name="textbox 100"/>
          <p:cNvSpPr/>
          <p:nvPr/>
        </p:nvSpPr>
        <p:spPr>
          <a:xfrm>
            <a:off x="1005692" y="1292860"/>
            <a:ext cx="3472815" cy="2141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42185" algn="l" rtl="0" eaLnBrk="0">
              <a:lnSpc>
                <a:spcPct val="88000"/>
              </a:lnSpc>
            </a:pPr>
            <a:r>
              <a:rPr sz="1000" kern="0" spc="7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1000" kern="0" spc="27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7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1000" kern="0" spc="22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7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1000" kern="0" spc="22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70" dirty="0">
                <a:solidFill>
                  <a:srgbClr val="19191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r>
              <a:rPr lang="zh-CN" sz="2400" b="1" kern="0" spc="-110" dirty="0">
                <a:solidFill>
                  <a:srgbClr val="6E79E4">
                    <a:alpha val="100000"/>
                  </a:srgbClr>
                </a:solidFill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软件打包</a:t>
            </a:r>
            <a:r>
              <a:rPr lang="zh-CN" altLang="en-US" sz="2400" b="1" kern="0" spc="-110" dirty="0">
                <a:solidFill>
                  <a:srgbClr val="6E79E4">
                    <a:alpha val="100000"/>
                  </a:srgbClr>
                </a:solidFill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发布</a:t>
            </a:r>
            <a:endParaRPr sz="900" b="1" dirty="0">
              <a:highlight>
                <a:srgbClr val="C0C0C0"/>
              </a:highlight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marL="158115" algn="l" rtl="0" eaLnBrk="0">
              <a:lnSpc>
                <a:spcPct val="99000"/>
              </a:lnSpc>
              <a:spcBef>
                <a:spcPts val="430"/>
              </a:spcBef>
            </a:pPr>
            <a:endParaRPr sz="900" b="1" dirty="0">
              <a:highlight>
                <a:srgbClr val="C0C0C0"/>
              </a:highlight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2" name="path 102"/>
          <p:cNvSpPr/>
          <p:nvPr/>
        </p:nvSpPr>
        <p:spPr>
          <a:xfrm>
            <a:off x="238125" y="3791077"/>
            <a:ext cx="333375" cy="552195"/>
          </a:xfrm>
          <a:custGeom>
            <a:avLst/>
            <a:gdLst/>
            <a:ahLst/>
            <a:cxnLst/>
            <a:rect l="0" t="0" r="0" b="0"/>
            <a:pathLst>
              <a:path w="525" h="869">
                <a:moveTo>
                  <a:pt x="92" y="869"/>
                </a:moveTo>
                <a:lnTo>
                  <a:pt x="525" y="432"/>
                </a:lnTo>
                <a:lnTo>
                  <a:pt x="92" y="0"/>
                </a:lnTo>
                <a:lnTo>
                  <a:pt x="0" y="92"/>
                </a:lnTo>
                <a:lnTo>
                  <a:pt x="340" y="432"/>
                </a:lnTo>
                <a:lnTo>
                  <a:pt x="0" y="777"/>
                </a:lnTo>
                <a:lnTo>
                  <a:pt x="92" y="86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path 104"/>
          <p:cNvSpPr/>
          <p:nvPr/>
        </p:nvSpPr>
        <p:spPr>
          <a:xfrm>
            <a:off x="847851" y="3791077"/>
            <a:ext cx="333248" cy="552195"/>
          </a:xfrm>
          <a:custGeom>
            <a:avLst/>
            <a:gdLst/>
            <a:ahLst/>
            <a:cxnLst/>
            <a:rect l="0" t="0" r="0" b="0"/>
            <a:pathLst>
              <a:path w="524" h="869">
                <a:moveTo>
                  <a:pt x="88" y="869"/>
                </a:moveTo>
                <a:lnTo>
                  <a:pt x="524" y="432"/>
                </a:lnTo>
                <a:lnTo>
                  <a:pt x="88" y="0"/>
                </a:lnTo>
                <a:lnTo>
                  <a:pt x="0" y="92"/>
                </a:lnTo>
                <a:lnTo>
                  <a:pt x="340" y="432"/>
                </a:lnTo>
                <a:lnTo>
                  <a:pt x="0" y="777"/>
                </a:lnTo>
                <a:lnTo>
                  <a:pt x="88" y="86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path 106"/>
          <p:cNvSpPr/>
          <p:nvPr/>
        </p:nvSpPr>
        <p:spPr>
          <a:xfrm>
            <a:off x="1457451" y="3791077"/>
            <a:ext cx="333120" cy="552195"/>
          </a:xfrm>
          <a:custGeom>
            <a:avLst/>
            <a:gdLst/>
            <a:ahLst/>
            <a:cxnLst/>
            <a:rect l="0" t="0" r="0" b="0"/>
            <a:pathLst>
              <a:path w="524" h="869">
                <a:moveTo>
                  <a:pt x="91" y="869"/>
                </a:moveTo>
                <a:lnTo>
                  <a:pt x="524" y="432"/>
                </a:lnTo>
                <a:lnTo>
                  <a:pt x="91" y="0"/>
                </a:lnTo>
                <a:lnTo>
                  <a:pt x="0" y="92"/>
                </a:lnTo>
                <a:lnTo>
                  <a:pt x="341" y="432"/>
                </a:lnTo>
                <a:lnTo>
                  <a:pt x="0" y="777"/>
                </a:lnTo>
                <a:lnTo>
                  <a:pt x="91" y="86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40588641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3430" y="2136775"/>
            <a:ext cx="3987165" cy="196786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 94"/>
          <p:cNvSpPr/>
          <p:nvPr/>
        </p:nvSpPr>
        <p:spPr>
          <a:xfrm>
            <a:off x="5095240" y="0"/>
            <a:ext cx="3493135" cy="5298440"/>
          </a:xfrm>
          <a:prstGeom prst="rect">
            <a:avLst/>
          </a:prstGeom>
          <a:solidFill>
            <a:srgbClr val="E7E7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09013262" name="图片 1"/>
          <p:cNvPicPr>
            <a:picLocks noChangeAspect="1" noChangeArrowheads="1"/>
          </p:cNvPicPr>
          <p:nvPr/>
        </p:nvPicPr>
        <p:blipFill>
          <a:blip r:embed="rId3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20653" y="-51435"/>
            <a:ext cx="3241675" cy="52463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852920" y="4343400"/>
            <a:ext cx="2098040" cy="3683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6E79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调教</a:t>
            </a:r>
            <a:r>
              <a:rPr lang="en-US" altLang="zh-CN" b="1">
                <a:solidFill>
                  <a:srgbClr val="6E79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b="1">
                <a:solidFill>
                  <a:srgbClr val="6E79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解密坐标系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71500" y="17145"/>
            <a:ext cx="40316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kern="0" spc="1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2400" b="1" kern="0" spc="1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辅助</a:t>
            </a:r>
            <a:r>
              <a:rPr lang="zh-CN" sz="2400" b="1" kern="0" spc="1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开发爬虫软件</a:t>
            </a:r>
            <a:r>
              <a:rPr sz="2800" kern="0" spc="1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</a:t>
            </a:r>
            <a:endParaRPr lang="zh-CN" altLang="en-US" sz="2800" kern="0" spc="10" dirty="0">
              <a:solidFill>
                <a:srgbClr val="6E79E4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 124"/>
          <p:cNvSpPr/>
          <p:nvPr/>
        </p:nvSpPr>
        <p:spPr>
          <a:xfrm>
            <a:off x="-104775" y="0"/>
            <a:ext cx="9277350" cy="5186680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6" name="textbox 126"/>
          <p:cNvSpPr/>
          <p:nvPr/>
        </p:nvSpPr>
        <p:spPr>
          <a:xfrm>
            <a:off x="7872509" y="1247279"/>
            <a:ext cx="1346200" cy="1815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5000" kern="0" spc="-26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CIA</a:t>
            </a:r>
            <a:r>
              <a:rPr sz="5000" kern="0" spc="-18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</a:t>
            </a:r>
            <a:endParaRPr sz="5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8420"/>
              </a:lnSpc>
            </a:pPr>
            <a:r>
              <a:rPr sz="4900" kern="0" spc="-21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</a:t>
            </a:r>
            <a:endParaRPr sz="4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7879523" y="3413518"/>
            <a:ext cx="1365250" cy="746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5670"/>
              </a:lnSpc>
            </a:pPr>
            <a:r>
              <a:rPr sz="4700" kern="0" spc="-24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IGEN</a:t>
            </a:r>
            <a:endParaRPr sz="4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3651887" y="169545"/>
            <a:ext cx="5579109" cy="727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2200" kern="0" spc="1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</a:t>
            </a:r>
            <a:r>
              <a:rPr sz="2200" kern="0" spc="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4900" kern="0" spc="-15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endParaRPr sz="4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0" name="textbox 140"/>
          <p:cNvSpPr/>
          <p:nvPr/>
        </p:nvSpPr>
        <p:spPr>
          <a:xfrm rot="5400000">
            <a:off x="-449908" y="3831120"/>
            <a:ext cx="1552575" cy="861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7000"/>
              </a:lnSpc>
              <a:spcBef>
                <a:spcPts val="0"/>
              </a:spcBef>
            </a:pPr>
            <a:r>
              <a:rPr sz="7000" kern="0" spc="-25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/(AI)</a:t>
            </a:r>
            <a:endParaRPr sz="7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7891547" y="4461192"/>
            <a:ext cx="1120139" cy="826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1000"/>
              </a:lnSpc>
            </a:pPr>
            <a:r>
              <a:rPr sz="5800" kern="0" spc="-19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(AI)</a:t>
            </a:r>
            <a:endParaRPr sz="5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6" name="path 156"/>
          <p:cNvSpPr/>
          <p:nvPr/>
        </p:nvSpPr>
        <p:spPr>
          <a:xfrm>
            <a:off x="876350" y="1295400"/>
            <a:ext cx="752424" cy="190500"/>
          </a:xfrm>
          <a:custGeom>
            <a:avLst/>
            <a:gdLst/>
            <a:ahLst/>
            <a:cxnLst/>
            <a:rect l="0" t="0" r="0" b="0"/>
            <a:pathLst>
              <a:path w="1184" h="300">
                <a:moveTo>
                  <a:pt x="1153" y="0"/>
                </a:moveTo>
                <a:lnTo>
                  <a:pt x="1004" y="150"/>
                </a:lnTo>
                <a:lnTo>
                  <a:pt x="1153" y="300"/>
                </a:lnTo>
                <a:lnTo>
                  <a:pt x="1184" y="267"/>
                </a:lnTo>
                <a:lnTo>
                  <a:pt x="1066" y="150"/>
                </a:lnTo>
                <a:lnTo>
                  <a:pt x="1184" y="32"/>
                </a:lnTo>
                <a:lnTo>
                  <a:pt x="1153" y="0"/>
                </a:lnTo>
                <a:close/>
              </a:path>
              <a:path w="1184" h="300">
                <a:moveTo>
                  <a:pt x="820" y="0"/>
                </a:moveTo>
                <a:lnTo>
                  <a:pt x="659" y="150"/>
                </a:lnTo>
                <a:lnTo>
                  <a:pt x="820" y="300"/>
                </a:lnTo>
                <a:lnTo>
                  <a:pt x="854" y="267"/>
                </a:lnTo>
                <a:lnTo>
                  <a:pt x="728" y="150"/>
                </a:lnTo>
                <a:lnTo>
                  <a:pt x="854" y="32"/>
                </a:lnTo>
                <a:lnTo>
                  <a:pt x="820" y="0"/>
                </a:lnTo>
                <a:close/>
              </a:path>
              <a:path w="1184" h="300">
                <a:moveTo>
                  <a:pt x="479" y="0"/>
                </a:moveTo>
                <a:lnTo>
                  <a:pt x="329" y="150"/>
                </a:lnTo>
                <a:lnTo>
                  <a:pt x="479" y="300"/>
                </a:lnTo>
                <a:lnTo>
                  <a:pt x="509" y="267"/>
                </a:lnTo>
                <a:lnTo>
                  <a:pt x="393" y="150"/>
                </a:lnTo>
                <a:lnTo>
                  <a:pt x="509" y="32"/>
                </a:lnTo>
                <a:lnTo>
                  <a:pt x="479" y="0"/>
                </a:lnTo>
                <a:close/>
              </a:path>
              <a:path w="1184" h="300">
                <a:moveTo>
                  <a:pt x="148" y="0"/>
                </a:moveTo>
                <a:lnTo>
                  <a:pt x="0" y="150"/>
                </a:lnTo>
                <a:lnTo>
                  <a:pt x="148" y="300"/>
                </a:lnTo>
                <a:lnTo>
                  <a:pt x="179" y="267"/>
                </a:lnTo>
                <a:lnTo>
                  <a:pt x="62" y="150"/>
                </a:lnTo>
                <a:lnTo>
                  <a:pt x="179" y="32"/>
                </a:lnTo>
                <a:lnTo>
                  <a:pt x="148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83929608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" y="347028"/>
            <a:ext cx="5274310" cy="3515995"/>
          </a:xfrm>
          <a:prstGeom prst="rect">
            <a:avLst/>
          </a:prstGeom>
        </p:spPr>
      </p:pic>
      <p:pic>
        <p:nvPicPr>
          <p:cNvPr id="1344533675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055" y="1169988"/>
            <a:ext cx="5274310" cy="37852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96315" y="4159885"/>
            <a:ext cx="2520315" cy="6451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6E79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上传区县边界文件</a:t>
            </a:r>
          </a:p>
          <a:p>
            <a:pPr algn="ctr"/>
            <a:r>
              <a:rPr lang="zh-CN" altLang="en-US" b="1">
                <a:solidFill>
                  <a:srgbClr val="6E79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输入搜索列表即可爬取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590" y="2475865"/>
            <a:ext cx="1613535" cy="16135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53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 124"/>
          <p:cNvSpPr/>
          <p:nvPr/>
        </p:nvSpPr>
        <p:spPr>
          <a:xfrm>
            <a:off x="-104775" y="0"/>
            <a:ext cx="9277350" cy="5186680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6" name="textbox 126"/>
          <p:cNvSpPr/>
          <p:nvPr/>
        </p:nvSpPr>
        <p:spPr>
          <a:xfrm>
            <a:off x="7872509" y="1247279"/>
            <a:ext cx="1346200" cy="1815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5000" kern="0" spc="-26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CIA</a:t>
            </a:r>
            <a:r>
              <a:rPr sz="5000" kern="0" spc="-18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</a:t>
            </a:r>
            <a:endParaRPr sz="5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8420"/>
              </a:lnSpc>
            </a:pPr>
            <a:r>
              <a:rPr sz="4900" kern="0" spc="-21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</a:t>
            </a:r>
            <a:endParaRPr sz="4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7879523" y="3413518"/>
            <a:ext cx="1365250" cy="746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5670"/>
              </a:lnSpc>
            </a:pPr>
            <a:r>
              <a:rPr sz="4700" kern="0" spc="-24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IGEN</a:t>
            </a:r>
            <a:endParaRPr sz="4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3651887" y="169545"/>
            <a:ext cx="5579109" cy="727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2200" kern="0" spc="1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</a:t>
            </a:r>
            <a:r>
              <a:rPr sz="2200" kern="0" spc="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4900" kern="0" spc="-15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endParaRPr sz="4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0" name="textbox 140"/>
          <p:cNvSpPr/>
          <p:nvPr/>
        </p:nvSpPr>
        <p:spPr>
          <a:xfrm rot="5400000">
            <a:off x="-449908" y="3831120"/>
            <a:ext cx="1552575" cy="861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7000"/>
              </a:lnSpc>
              <a:spcBef>
                <a:spcPts val="0"/>
              </a:spcBef>
            </a:pPr>
            <a:r>
              <a:rPr sz="7000" kern="0" spc="-25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/(AI)</a:t>
            </a:r>
            <a:endParaRPr sz="7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7891547" y="4461192"/>
            <a:ext cx="1120139" cy="826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1000"/>
              </a:lnSpc>
            </a:pPr>
            <a:r>
              <a:rPr sz="5800" kern="0" spc="-19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(AI)</a:t>
            </a:r>
            <a:endParaRPr sz="5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6" name="path 156"/>
          <p:cNvSpPr/>
          <p:nvPr/>
        </p:nvSpPr>
        <p:spPr>
          <a:xfrm>
            <a:off x="876350" y="1295400"/>
            <a:ext cx="752424" cy="190500"/>
          </a:xfrm>
          <a:custGeom>
            <a:avLst/>
            <a:gdLst/>
            <a:ahLst/>
            <a:cxnLst/>
            <a:rect l="0" t="0" r="0" b="0"/>
            <a:pathLst>
              <a:path w="1184" h="300">
                <a:moveTo>
                  <a:pt x="1153" y="0"/>
                </a:moveTo>
                <a:lnTo>
                  <a:pt x="1004" y="150"/>
                </a:lnTo>
                <a:lnTo>
                  <a:pt x="1153" y="300"/>
                </a:lnTo>
                <a:lnTo>
                  <a:pt x="1184" y="267"/>
                </a:lnTo>
                <a:lnTo>
                  <a:pt x="1066" y="150"/>
                </a:lnTo>
                <a:lnTo>
                  <a:pt x="1184" y="32"/>
                </a:lnTo>
                <a:lnTo>
                  <a:pt x="1153" y="0"/>
                </a:lnTo>
                <a:close/>
              </a:path>
              <a:path w="1184" h="300">
                <a:moveTo>
                  <a:pt x="820" y="0"/>
                </a:moveTo>
                <a:lnTo>
                  <a:pt x="659" y="150"/>
                </a:lnTo>
                <a:lnTo>
                  <a:pt x="820" y="300"/>
                </a:lnTo>
                <a:lnTo>
                  <a:pt x="854" y="267"/>
                </a:lnTo>
                <a:lnTo>
                  <a:pt x="728" y="150"/>
                </a:lnTo>
                <a:lnTo>
                  <a:pt x="854" y="32"/>
                </a:lnTo>
                <a:lnTo>
                  <a:pt x="820" y="0"/>
                </a:lnTo>
                <a:close/>
              </a:path>
              <a:path w="1184" h="300">
                <a:moveTo>
                  <a:pt x="479" y="0"/>
                </a:moveTo>
                <a:lnTo>
                  <a:pt x="329" y="150"/>
                </a:lnTo>
                <a:lnTo>
                  <a:pt x="479" y="300"/>
                </a:lnTo>
                <a:lnTo>
                  <a:pt x="509" y="267"/>
                </a:lnTo>
                <a:lnTo>
                  <a:pt x="393" y="150"/>
                </a:lnTo>
                <a:lnTo>
                  <a:pt x="509" y="32"/>
                </a:lnTo>
                <a:lnTo>
                  <a:pt x="479" y="0"/>
                </a:lnTo>
                <a:close/>
              </a:path>
              <a:path w="1184" h="300">
                <a:moveTo>
                  <a:pt x="148" y="0"/>
                </a:moveTo>
                <a:lnTo>
                  <a:pt x="0" y="150"/>
                </a:lnTo>
                <a:lnTo>
                  <a:pt x="148" y="300"/>
                </a:lnTo>
                <a:lnTo>
                  <a:pt x="179" y="267"/>
                </a:lnTo>
                <a:lnTo>
                  <a:pt x="62" y="150"/>
                </a:lnTo>
                <a:lnTo>
                  <a:pt x="179" y="32"/>
                </a:lnTo>
                <a:lnTo>
                  <a:pt x="148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318770"/>
            <a:ext cx="7188200" cy="4505960"/>
          </a:xfrm>
          <a:prstGeom prst="rect">
            <a:avLst/>
          </a:prstGeom>
          <a:effectLst>
            <a:outerShdw blurRad="203200" sx="103000" sy="103000" algn="ctr" rotWithShape="0">
              <a:schemeClr val="accent4">
                <a:lumMod val="20000"/>
                <a:lumOff val="80000"/>
                <a:alpha val="52000"/>
              </a:schemeClr>
            </a:outerShdw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664335"/>
            <a:ext cx="3429000" cy="18148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 316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8" name="rect 318"/>
          <p:cNvSpPr/>
          <p:nvPr/>
        </p:nvSpPr>
        <p:spPr>
          <a:xfrm>
            <a:off x="488315" y="1647825"/>
            <a:ext cx="3667125" cy="2962275"/>
          </a:xfrm>
          <a:prstGeom prst="rect">
            <a:avLst/>
          </a:prstGeom>
          <a:solidFill>
            <a:srgbClr val="E7E7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6" name="textbox 326"/>
          <p:cNvSpPr/>
          <p:nvPr/>
        </p:nvSpPr>
        <p:spPr>
          <a:xfrm>
            <a:off x="7872509" y="1247279"/>
            <a:ext cx="1372235" cy="406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5000" kern="0" spc="-26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CIA</a:t>
            </a:r>
            <a:r>
              <a:rPr sz="5000" kern="0" spc="-18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</a:t>
            </a:r>
            <a:endParaRPr sz="5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ct val="136000"/>
              </a:lnSpc>
              <a:spcBef>
                <a:spcPts val="15"/>
              </a:spcBef>
            </a:pPr>
            <a:r>
              <a:rPr sz="4900" kern="0" spc="-21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</a:t>
            </a:r>
            <a:r>
              <a:rPr sz="4900" kern="0" spc="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700" kern="0" spc="-24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IGEN</a:t>
            </a:r>
            <a:r>
              <a:rPr sz="4700" kern="0" spc="-1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400" kern="0" spc="-21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(AI)</a:t>
            </a:r>
            <a:endParaRPr sz="6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2" name="textbox 332"/>
          <p:cNvSpPr/>
          <p:nvPr/>
        </p:nvSpPr>
        <p:spPr>
          <a:xfrm>
            <a:off x="3443250" y="169545"/>
            <a:ext cx="5787390" cy="727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2000"/>
              </a:lnSpc>
            </a:pPr>
            <a:r>
              <a:rPr sz="2500" kern="0" spc="-9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</a:t>
            </a:r>
            <a:r>
              <a:rPr sz="2500" kern="0" spc="-100" dirty="0">
                <a:solidFill>
                  <a:srgbClr val="6E79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</a:t>
            </a:r>
            <a:r>
              <a:rPr sz="5000" kern="0" spc="-10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endParaRPr sz="5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4" name="textbox 334"/>
          <p:cNvSpPr/>
          <p:nvPr/>
        </p:nvSpPr>
        <p:spPr>
          <a:xfrm rot="5400000">
            <a:off x="-1417450" y="2827477"/>
            <a:ext cx="3487420" cy="935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6000"/>
              </a:lnSpc>
              <a:spcBef>
                <a:spcPts val="0"/>
              </a:spcBef>
            </a:pPr>
            <a:r>
              <a:rPr sz="7400" kern="0" spc="-27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/(AI)/(A</a:t>
            </a:r>
            <a:r>
              <a:rPr sz="7400" kern="0" spc="-26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I)</a:t>
            </a:r>
            <a:r>
              <a:rPr sz="7400" kern="0" spc="-7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endParaRPr sz="7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4" name="path 354"/>
          <p:cNvSpPr/>
          <p:nvPr/>
        </p:nvSpPr>
        <p:spPr>
          <a:xfrm>
            <a:off x="876325" y="981075"/>
            <a:ext cx="914374" cy="371475"/>
          </a:xfrm>
          <a:custGeom>
            <a:avLst/>
            <a:gdLst/>
            <a:ahLst/>
            <a:cxnLst/>
            <a:rect l="0" t="0" r="0" b="0"/>
            <a:pathLst>
              <a:path w="1439" h="585">
                <a:moveTo>
                  <a:pt x="994" y="0"/>
                </a:moveTo>
                <a:lnTo>
                  <a:pt x="674" y="585"/>
                </a:lnTo>
                <a:lnTo>
                  <a:pt x="1120" y="585"/>
                </a:lnTo>
                <a:lnTo>
                  <a:pt x="1439" y="0"/>
                </a:lnTo>
                <a:lnTo>
                  <a:pt x="994" y="0"/>
                </a:lnTo>
                <a:close/>
              </a:path>
              <a:path w="1439" h="585">
                <a:moveTo>
                  <a:pt x="325" y="0"/>
                </a:moveTo>
                <a:lnTo>
                  <a:pt x="0" y="585"/>
                </a:lnTo>
                <a:lnTo>
                  <a:pt x="454" y="585"/>
                </a:lnTo>
                <a:lnTo>
                  <a:pt x="779" y="0"/>
                </a:lnTo>
                <a:lnTo>
                  <a:pt x="325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468245" y="296545"/>
            <a:ext cx="4359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6E79E4"/>
                </a:solidFill>
                <a:latin typeface="微软雅黑" panose="020B0503020204020204" charset="-122"/>
                <a:ea typeface="微软雅黑" panose="020B0503020204020204" charset="-122"/>
              </a:rPr>
              <a:t>路网数学求解以及指标计算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423160"/>
            <a:ext cx="3195955" cy="19907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81050" y="1871980"/>
            <a:ext cx="3081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6E79E4"/>
                </a:solidFill>
                <a:latin typeface="微软雅黑" panose="020B0503020204020204" charset="-122"/>
                <a:ea typeface="微软雅黑" panose="020B0503020204020204" charset="-122"/>
              </a:rPr>
              <a:t>便利度</a:t>
            </a:r>
          </a:p>
        </p:txBody>
      </p:sp>
      <p:grpSp>
        <p:nvGrpSpPr>
          <p:cNvPr id="8" name="group 32"/>
          <p:cNvGrpSpPr/>
          <p:nvPr/>
        </p:nvGrpSpPr>
        <p:grpSpPr>
          <a:xfrm rot="21600000">
            <a:off x="4538980" y="955675"/>
            <a:ext cx="3302000" cy="2751455"/>
            <a:chOff x="0" y="0"/>
            <a:chExt cx="3667125" cy="3295610"/>
          </a:xfrm>
        </p:grpSpPr>
        <p:sp>
          <p:nvSpPr>
            <p:cNvPr id="9" name="rect 318"/>
            <p:cNvSpPr/>
            <p:nvPr/>
          </p:nvSpPr>
          <p:spPr>
            <a:xfrm>
              <a:off x="0" y="0"/>
              <a:ext cx="3667125" cy="2962275"/>
            </a:xfrm>
            <a:prstGeom prst="rect">
              <a:avLst/>
            </a:prstGeom>
            <a:solidFill>
              <a:srgbClr val="E7E7E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" name="path 324"/>
            <p:cNvSpPr/>
            <p:nvPr/>
          </p:nvSpPr>
          <p:spPr>
            <a:xfrm>
              <a:off x="3581400" y="3162337"/>
              <a:ext cx="85725" cy="133273"/>
            </a:xfrm>
            <a:custGeom>
              <a:avLst/>
              <a:gdLst/>
              <a:ahLst/>
              <a:cxnLst/>
              <a:rect l="0" t="0" r="0" b="0"/>
              <a:pathLst>
                <a:path w="135" h="209">
                  <a:moveTo>
                    <a:pt x="23" y="209"/>
                  </a:moveTo>
                  <a:lnTo>
                    <a:pt x="135" y="104"/>
                  </a:lnTo>
                  <a:lnTo>
                    <a:pt x="23" y="0"/>
                  </a:lnTo>
                  <a:lnTo>
                    <a:pt x="0" y="22"/>
                  </a:lnTo>
                  <a:lnTo>
                    <a:pt x="88" y="104"/>
                  </a:lnTo>
                  <a:lnTo>
                    <a:pt x="0" y="187"/>
                  </a:lnTo>
                  <a:lnTo>
                    <a:pt x="23" y="2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838700" y="1551940"/>
            <a:ext cx="2748280" cy="1685925"/>
            <a:chOff x="7620" y="1843"/>
            <a:chExt cx="4328" cy="265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" y="1843"/>
              <a:ext cx="4328" cy="1685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rcRect l="666" b="1703"/>
            <a:stretch>
              <a:fillRect/>
            </a:stretch>
          </p:blipFill>
          <p:spPr>
            <a:xfrm>
              <a:off x="7620" y="3460"/>
              <a:ext cx="4328" cy="1039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/>
        </p:nvSpPr>
        <p:spPr>
          <a:xfrm>
            <a:off x="4600575" y="1049020"/>
            <a:ext cx="3081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6E79E4"/>
                </a:solidFill>
                <a:latin typeface="微软雅黑" panose="020B0503020204020204" charset="-122"/>
                <a:ea typeface="微软雅黑" panose="020B0503020204020204" charset="-122"/>
              </a:rPr>
              <a:t>设施多样性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rcRect t="16641" b="25191"/>
          <a:stretch>
            <a:fillRect/>
          </a:stretch>
        </p:blipFill>
        <p:spPr>
          <a:xfrm>
            <a:off x="4292600" y="3596005"/>
            <a:ext cx="4669155" cy="101155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431405" y="4045585"/>
            <a:ext cx="1390015" cy="3683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rgbClr val="6E79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TPWS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499995" y="3277235"/>
            <a:ext cx="4144010" cy="645160"/>
          </a:xfrm>
          <a:prstGeom prst="rect">
            <a:avLst/>
          </a:prstGeom>
          <a:solidFill>
            <a:srgbClr val="C1C9F2"/>
          </a:solidFill>
          <a:ln>
            <a:solidFill>
              <a:srgbClr val="C1C9F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OSM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路网使用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scipy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磁吸计算求解</a:t>
            </a:r>
          </a:p>
          <a:p>
            <a:pPr algn="ctr"/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根据公式计算指数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59485" y="4774565"/>
            <a:ext cx="70027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参考文献：</a:t>
            </a:r>
            <a:r>
              <a:rPr lang="en-US" altLang="zh-CN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[1]</a:t>
            </a:r>
            <a:r>
              <a:rPr lang="zh-CN" altLang="en-US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张家旗</a:t>
            </a:r>
            <a:r>
              <a:rPr lang="en-US" altLang="zh-CN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zh-CN" altLang="en-US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曾萍萍</a:t>
            </a:r>
            <a:r>
              <a:rPr lang="en-US" altLang="zh-CN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zh-CN" altLang="en-US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刘淑萍</a:t>
            </a:r>
            <a:r>
              <a:rPr lang="en-US" altLang="zh-CN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r>
              <a:rPr lang="zh-CN" altLang="en-US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郑州市主城区</a:t>
            </a:r>
            <a:r>
              <a:rPr lang="en-US" altLang="zh-CN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15</a:t>
            </a:r>
            <a:r>
              <a:rPr lang="zh-CN" altLang="en-US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分钟社区生活圈便利度与匹配度评估</a:t>
            </a:r>
            <a:r>
              <a:rPr lang="en-US" altLang="zh-CN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[J].</a:t>
            </a:r>
            <a:r>
              <a:rPr lang="zh-CN" altLang="en-US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郑州轻工业大学学报</a:t>
            </a:r>
            <a:r>
              <a:rPr lang="en-US" altLang="zh-CN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zh-CN" altLang="en-US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社会科学版</a:t>
            </a:r>
            <a:r>
              <a:rPr lang="en-US" altLang="zh-CN" sz="7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),2024,25(01):88-96.</a:t>
            </a:r>
          </a:p>
          <a:p>
            <a:r>
              <a:rPr lang="zh-CN" altLang="en-US" sz="700">
                <a:noFill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参考文献：</a:t>
            </a:r>
            <a:r>
              <a:rPr lang="en-US" altLang="zh-CN" sz="70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[2]Raffalt P C, Guul M K, Nielsen A N, et al. Economy, movement dynamics, and muscle activity of human walking at different speeds[J]. Scientific reports, 2017, 7(1): 43986.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 208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2" name="textbox 212"/>
          <p:cNvSpPr/>
          <p:nvPr/>
        </p:nvSpPr>
        <p:spPr>
          <a:xfrm>
            <a:off x="7850464" y="169545"/>
            <a:ext cx="1394460" cy="5142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</a:pPr>
            <a:r>
              <a:rPr sz="5100" kern="0" spc="-25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endParaRPr sz="5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1510"/>
              </a:spcBef>
            </a:pPr>
            <a:r>
              <a:rPr sz="5000" kern="0" spc="-26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CIA</a:t>
            </a:r>
            <a:r>
              <a:rPr sz="5000" kern="0" spc="-18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</a:t>
            </a:r>
            <a:endParaRPr sz="5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275" algn="l" rtl="0" eaLnBrk="0">
              <a:lnSpc>
                <a:spcPct val="136000"/>
              </a:lnSpc>
              <a:spcBef>
                <a:spcPts val="15"/>
              </a:spcBef>
            </a:pPr>
            <a:r>
              <a:rPr sz="4900" kern="0" spc="-21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</a:t>
            </a:r>
            <a:r>
              <a:rPr sz="4900" kern="0" spc="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700" kern="0" spc="-24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IGEN</a:t>
            </a:r>
            <a:r>
              <a:rPr sz="4700" kern="0" spc="-1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400" kern="0" spc="-21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(AI)</a:t>
            </a:r>
            <a:endParaRPr sz="6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723900" y="3274060"/>
            <a:ext cx="3667125" cy="1336040"/>
          </a:xfrm>
          <a:prstGeom prst="rect">
            <a:avLst/>
          </a:prstGeom>
          <a:solidFill>
            <a:srgbClr val="C1C9F2"/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70990" algn="l" rtl="0" eaLnBrk="0">
              <a:lnSpc>
                <a:spcPct val="76000"/>
              </a:lnSpc>
              <a:spcBef>
                <a:spcPts val="5"/>
              </a:spcBef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4762500" y="3274060"/>
            <a:ext cx="3667125" cy="1336040"/>
          </a:xfrm>
          <a:prstGeom prst="rect">
            <a:avLst/>
          </a:prstGeom>
          <a:solidFill>
            <a:srgbClr val="C1C9F2"/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29740" algn="l" rtl="0" eaLnBrk="0">
              <a:lnSpc>
                <a:spcPct val="77000"/>
              </a:lnSpc>
              <a:spcBef>
                <a:spcPts val="5"/>
              </a:spcBef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0" name="textbox 220"/>
          <p:cNvSpPr/>
          <p:nvPr/>
        </p:nvSpPr>
        <p:spPr>
          <a:xfrm rot="5400000">
            <a:off x="-1417450" y="2827477"/>
            <a:ext cx="3487420" cy="935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6000"/>
              </a:lnSpc>
              <a:spcBef>
                <a:spcPts val="0"/>
              </a:spcBef>
            </a:pPr>
            <a:r>
              <a:rPr sz="7400" kern="0" spc="-27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/(AI)/(A</a:t>
            </a:r>
            <a:r>
              <a:rPr sz="7400" kern="0" spc="-26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I)</a:t>
            </a:r>
            <a:r>
              <a:rPr sz="7400" kern="0" spc="-7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endParaRPr sz="7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4242" r="5074"/>
          <a:stretch>
            <a:fillRect/>
          </a:stretch>
        </p:blipFill>
        <p:spPr>
          <a:xfrm>
            <a:off x="4762500" y="1174750"/>
            <a:ext cx="3663950" cy="20993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174750"/>
            <a:ext cx="3666490" cy="20993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46810" y="3697605"/>
            <a:ext cx="28295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开源百度地图爬虫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181600" y="3543935"/>
            <a:ext cx="28295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MapY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</a:rPr>
              <a:t>ou</a:t>
            </a:r>
          </a:p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定制化交互地图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468245" y="296545"/>
            <a:ext cx="4359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6E79E4"/>
                </a:solidFill>
                <a:latin typeface="微软雅黑" panose="020B0503020204020204" charset="-122"/>
                <a:ea typeface="微软雅黑" panose="020B0503020204020204" charset="-122"/>
              </a:rPr>
              <a:t>项目成果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rect 1072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74" name="rect 1074"/>
          <p:cNvSpPr/>
          <p:nvPr/>
        </p:nvSpPr>
        <p:spPr>
          <a:xfrm>
            <a:off x="1962150" y="533400"/>
            <a:ext cx="5238750" cy="4076700"/>
          </a:xfrm>
          <a:prstGeom prst="rect">
            <a:avLst/>
          </a:prstGeom>
          <a:solidFill>
            <a:srgbClr val="E7E7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76" name="textbox 1076"/>
          <p:cNvSpPr/>
          <p:nvPr/>
        </p:nvSpPr>
        <p:spPr>
          <a:xfrm>
            <a:off x="7850464" y="169545"/>
            <a:ext cx="1394460" cy="5142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</a:pPr>
            <a:r>
              <a:rPr sz="5100" kern="0" spc="-25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</a:t>
            </a:r>
            <a:endParaRPr sz="5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275" indent="-6985" algn="l" rtl="0" eaLnBrk="0">
              <a:lnSpc>
                <a:spcPct val="137000"/>
              </a:lnSpc>
              <a:spcBef>
                <a:spcPts val="240"/>
              </a:spcBef>
            </a:pPr>
            <a:r>
              <a:rPr sz="5000" kern="0" spc="-24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CIAL</a:t>
            </a:r>
            <a:r>
              <a:rPr sz="5000" kern="0" spc="1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900" kern="0" spc="-21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</a:t>
            </a:r>
            <a:r>
              <a:rPr sz="4900" kern="0" spc="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700" kern="0" spc="-24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IGEN</a:t>
            </a:r>
            <a:r>
              <a:rPr sz="4700" kern="0" spc="-1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400" kern="0" spc="-21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(AI)</a:t>
            </a:r>
            <a:endParaRPr sz="6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78" name="textbox 1078"/>
          <p:cNvSpPr/>
          <p:nvPr/>
        </p:nvSpPr>
        <p:spPr>
          <a:xfrm rot="5400000">
            <a:off x="-1417450" y="2827477"/>
            <a:ext cx="3487420" cy="935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6000"/>
              </a:lnSpc>
              <a:spcBef>
                <a:spcPts val="0"/>
              </a:spcBef>
            </a:pPr>
            <a:r>
              <a:rPr sz="7400" kern="0" spc="-27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/(AI)/(A</a:t>
            </a:r>
            <a:r>
              <a:rPr sz="7400" kern="0" spc="-26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I)</a:t>
            </a:r>
            <a:r>
              <a:rPr sz="7400" kern="0" spc="-70" dirty="0">
                <a:solidFill>
                  <a:srgbClr val="5C64B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endParaRPr sz="7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80" name="path 1080"/>
          <p:cNvSpPr/>
          <p:nvPr/>
        </p:nvSpPr>
        <p:spPr>
          <a:xfrm>
            <a:off x="2733675" y="1352550"/>
            <a:ext cx="990600" cy="1000125"/>
          </a:xfrm>
          <a:custGeom>
            <a:avLst/>
            <a:gdLst/>
            <a:ahLst/>
            <a:cxnLst/>
            <a:rect l="0" t="0" r="0" b="0"/>
            <a:pathLst>
              <a:path w="1560" h="1575">
                <a:moveTo>
                  <a:pt x="0" y="787"/>
                </a:moveTo>
                <a:cubicBezTo>
                  <a:pt x="0" y="352"/>
                  <a:pt x="349" y="0"/>
                  <a:pt x="780" y="0"/>
                </a:cubicBezTo>
                <a:cubicBezTo>
                  <a:pt x="1210" y="0"/>
                  <a:pt x="1560" y="352"/>
                  <a:pt x="1560" y="787"/>
                </a:cubicBezTo>
                <a:cubicBezTo>
                  <a:pt x="1560" y="1222"/>
                  <a:pt x="1210" y="1575"/>
                  <a:pt x="780" y="1575"/>
                </a:cubicBezTo>
                <a:cubicBezTo>
                  <a:pt x="349" y="1575"/>
                  <a:pt x="0" y="1222"/>
                  <a:pt x="0" y="787"/>
                </a:cubicBezTo>
              </a:path>
            </a:pathLst>
          </a:custGeom>
          <a:solidFill>
            <a:srgbClr val="6E79E4">
              <a:alpha val="3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2" name="textbox 1082"/>
          <p:cNvSpPr/>
          <p:nvPr/>
        </p:nvSpPr>
        <p:spPr>
          <a:xfrm>
            <a:off x="2545715" y="2018030"/>
            <a:ext cx="4386580" cy="2000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lang="zh-CN" altLang="en-US" sz="5400" b="1" kern="0" spc="-31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感谢垂听</a:t>
            </a:r>
          </a:p>
          <a:p>
            <a:pPr algn="r" rtl="0" eaLnBrk="0">
              <a:lnSpc>
                <a:spcPct val="94000"/>
              </a:lnSpc>
            </a:pPr>
            <a:r>
              <a:rPr lang="zh-CN" altLang="en-US" sz="5400" b="1" kern="0" spc="-310" dirty="0">
                <a:solidFill>
                  <a:srgbClr val="6E79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敬请批评指正</a:t>
            </a:r>
          </a:p>
        </p:txBody>
      </p:sp>
      <p:sp>
        <p:nvSpPr>
          <p:cNvPr id="1084" name="path 1084"/>
          <p:cNvSpPr/>
          <p:nvPr/>
        </p:nvSpPr>
        <p:spPr>
          <a:xfrm>
            <a:off x="142875" y="1104900"/>
            <a:ext cx="533400" cy="190500"/>
          </a:xfrm>
          <a:custGeom>
            <a:avLst/>
            <a:gdLst/>
            <a:ahLst/>
            <a:cxnLst/>
            <a:rect l="0" t="0" r="0" b="0"/>
            <a:pathLst>
              <a:path w="840" h="300">
                <a:moveTo>
                  <a:pt x="796" y="0"/>
                </a:moveTo>
                <a:lnTo>
                  <a:pt x="645" y="272"/>
                </a:lnTo>
                <a:lnTo>
                  <a:pt x="689" y="300"/>
                </a:lnTo>
                <a:lnTo>
                  <a:pt x="840" y="27"/>
                </a:lnTo>
                <a:lnTo>
                  <a:pt x="796" y="0"/>
                </a:lnTo>
                <a:close/>
              </a:path>
              <a:path w="840" h="300">
                <a:moveTo>
                  <a:pt x="151" y="0"/>
                </a:moveTo>
                <a:lnTo>
                  <a:pt x="0" y="272"/>
                </a:lnTo>
                <a:lnTo>
                  <a:pt x="43" y="300"/>
                </a:lnTo>
                <a:lnTo>
                  <a:pt x="194" y="27"/>
                </a:lnTo>
                <a:lnTo>
                  <a:pt x="151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6" name="path 1086"/>
          <p:cNvSpPr/>
          <p:nvPr/>
        </p:nvSpPr>
        <p:spPr>
          <a:xfrm>
            <a:off x="1362075" y="1104900"/>
            <a:ext cx="133350" cy="190500"/>
          </a:xfrm>
          <a:custGeom>
            <a:avLst/>
            <a:gdLst/>
            <a:ahLst/>
            <a:cxnLst/>
            <a:rect l="0" t="0" r="0" b="0"/>
            <a:pathLst>
              <a:path w="210" h="300">
                <a:moveTo>
                  <a:pt x="163" y="0"/>
                </a:moveTo>
                <a:lnTo>
                  <a:pt x="0" y="272"/>
                </a:lnTo>
                <a:lnTo>
                  <a:pt x="46" y="300"/>
                </a:lnTo>
                <a:lnTo>
                  <a:pt x="210" y="27"/>
                </a:lnTo>
                <a:lnTo>
                  <a:pt x="16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8" name="path 1088"/>
          <p:cNvSpPr/>
          <p:nvPr/>
        </p:nvSpPr>
        <p:spPr>
          <a:xfrm>
            <a:off x="1771650" y="1104900"/>
            <a:ext cx="133350" cy="190500"/>
          </a:xfrm>
          <a:custGeom>
            <a:avLst/>
            <a:gdLst/>
            <a:ahLst/>
            <a:cxnLst/>
            <a:rect l="0" t="0" r="0" b="0"/>
            <a:pathLst>
              <a:path w="210" h="300">
                <a:moveTo>
                  <a:pt x="163" y="0"/>
                </a:moveTo>
                <a:lnTo>
                  <a:pt x="0" y="272"/>
                </a:lnTo>
                <a:lnTo>
                  <a:pt x="46" y="300"/>
                </a:lnTo>
                <a:lnTo>
                  <a:pt x="210" y="27"/>
                </a:lnTo>
                <a:lnTo>
                  <a:pt x="16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90" name="path 1090"/>
          <p:cNvSpPr/>
          <p:nvPr/>
        </p:nvSpPr>
        <p:spPr>
          <a:xfrm>
            <a:off x="2181225" y="1104900"/>
            <a:ext cx="133350" cy="190500"/>
          </a:xfrm>
          <a:custGeom>
            <a:avLst/>
            <a:gdLst/>
            <a:ahLst/>
            <a:cxnLst/>
            <a:rect l="0" t="0" r="0" b="0"/>
            <a:pathLst>
              <a:path w="210" h="300">
                <a:moveTo>
                  <a:pt x="162" y="0"/>
                </a:moveTo>
                <a:lnTo>
                  <a:pt x="0" y="272"/>
                </a:lnTo>
                <a:lnTo>
                  <a:pt x="46" y="300"/>
                </a:lnTo>
                <a:lnTo>
                  <a:pt x="210" y="27"/>
                </a:lnTo>
                <a:lnTo>
                  <a:pt x="162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92" name="path 1092"/>
          <p:cNvSpPr/>
          <p:nvPr/>
        </p:nvSpPr>
        <p:spPr>
          <a:xfrm>
            <a:off x="2590800" y="1104900"/>
            <a:ext cx="133350" cy="190500"/>
          </a:xfrm>
          <a:custGeom>
            <a:avLst/>
            <a:gdLst/>
            <a:ahLst/>
            <a:cxnLst/>
            <a:rect l="0" t="0" r="0" b="0"/>
            <a:pathLst>
              <a:path w="210" h="300">
                <a:moveTo>
                  <a:pt x="162" y="0"/>
                </a:moveTo>
                <a:lnTo>
                  <a:pt x="0" y="272"/>
                </a:lnTo>
                <a:lnTo>
                  <a:pt x="46" y="300"/>
                </a:lnTo>
                <a:lnTo>
                  <a:pt x="210" y="27"/>
                </a:lnTo>
                <a:lnTo>
                  <a:pt x="162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94" name="path 1094"/>
          <p:cNvSpPr/>
          <p:nvPr/>
        </p:nvSpPr>
        <p:spPr>
          <a:xfrm>
            <a:off x="3000375" y="1104900"/>
            <a:ext cx="133350" cy="190500"/>
          </a:xfrm>
          <a:custGeom>
            <a:avLst/>
            <a:gdLst/>
            <a:ahLst/>
            <a:cxnLst/>
            <a:rect l="0" t="0" r="0" b="0"/>
            <a:pathLst>
              <a:path w="210" h="300">
                <a:moveTo>
                  <a:pt x="162" y="0"/>
                </a:moveTo>
                <a:lnTo>
                  <a:pt x="0" y="272"/>
                </a:lnTo>
                <a:lnTo>
                  <a:pt x="46" y="300"/>
                </a:lnTo>
                <a:lnTo>
                  <a:pt x="210" y="27"/>
                </a:lnTo>
                <a:lnTo>
                  <a:pt x="162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96" name="path 1096"/>
          <p:cNvSpPr/>
          <p:nvPr/>
        </p:nvSpPr>
        <p:spPr>
          <a:xfrm>
            <a:off x="962050" y="1104900"/>
            <a:ext cx="123774" cy="190500"/>
          </a:xfrm>
          <a:custGeom>
            <a:avLst/>
            <a:gdLst/>
            <a:ahLst/>
            <a:cxnLst/>
            <a:rect l="0" t="0" r="0" b="0"/>
            <a:pathLst>
              <a:path w="194" h="300">
                <a:moveTo>
                  <a:pt x="151" y="0"/>
                </a:moveTo>
                <a:lnTo>
                  <a:pt x="0" y="272"/>
                </a:lnTo>
                <a:lnTo>
                  <a:pt x="43" y="300"/>
                </a:lnTo>
                <a:lnTo>
                  <a:pt x="194" y="27"/>
                </a:lnTo>
                <a:lnTo>
                  <a:pt x="151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50038386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602</Words>
  <Application>Microsoft Office PowerPoint</Application>
  <PresentationFormat>全屏显示(16:9)</PresentationFormat>
  <Paragraphs>216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宋体</vt:lpstr>
      <vt:lpstr>微软雅黑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2025-12-21T05:40:00Z</dcterms:created>
  <dcterms:modified xsi:type="dcterms:W3CDTF">2025-12-22T07:32:32Z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2025-12-20T22:02:05Z</vt:filetime>
  </property>
  <property fmtid="{D5CDD505-2E9C-101B-9397-08002B2CF9AE}" pid="4" name="ICV">
    <vt:lpwstr>CDA2578C6CD74858B9B8D51B3850ED9A_12</vt:lpwstr>
  </property>
  <property fmtid="{D5CDD505-2E9C-101B-9397-08002B2CF9AE}" pid="5" name="KSOProductBuildVer">
    <vt:lpwstr>2052-12.1.0.23542</vt:lpwstr>
  </property>
</Properties>
</file>